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0"/>
  </p:notesMasterIdLst>
  <p:sldIdLst>
    <p:sldId id="256" r:id="rId2"/>
    <p:sldId id="267" r:id="rId3"/>
    <p:sldId id="268" r:id="rId4"/>
    <p:sldId id="269" r:id="rId5"/>
    <p:sldId id="280" r:id="rId6"/>
    <p:sldId id="275" r:id="rId7"/>
    <p:sldId id="263" r:id="rId8"/>
    <p:sldId id="281" r:id="rId9"/>
  </p:sldIdLst>
  <p:sldSz cx="13716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0" d="100"/>
          <a:sy n="60" d="100"/>
        </p:scale>
        <p:origin x="5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EEA761-AC63-4116-A332-33516EEFFFAC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A6579FE-C0C5-4B2C-B556-53AB3AC76309}">
      <dgm:prSet/>
      <dgm:spPr/>
      <dgm:t>
        <a:bodyPr/>
        <a:lstStyle/>
        <a:p>
          <a:r>
            <a:rPr lang="en-PK" i="0" baseline="0"/>
            <a:t>This project aims to develop an AI-driven virtual assistant within a VR environment to support mental health therapy.</a:t>
          </a:r>
          <a:endParaRPr lang="en-US"/>
        </a:p>
      </dgm:t>
    </dgm:pt>
    <dgm:pt modelId="{C429AC5A-F60D-4D3D-AFDE-35EE1AE0DEFD}" type="parTrans" cxnId="{237EACB3-057A-4385-A73B-6EA4E41F2F63}">
      <dgm:prSet/>
      <dgm:spPr/>
      <dgm:t>
        <a:bodyPr/>
        <a:lstStyle/>
        <a:p>
          <a:endParaRPr lang="en-US"/>
        </a:p>
      </dgm:t>
    </dgm:pt>
    <dgm:pt modelId="{B1C5F9FD-46BF-4530-A158-526E7FEB637B}" type="sibTrans" cxnId="{237EACB3-057A-4385-A73B-6EA4E41F2F63}">
      <dgm:prSet/>
      <dgm:spPr/>
      <dgm:t>
        <a:bodyPr/>
        <a:lstStyle/>
        <a:p>
          <a:endParaRPr lang="en-US"/>
        </a:p>
      </dgm:t>
    </dgm:pt>
    <dgm:pt modelId="{E4CA5C2A-BC87-44AE-905D-6DAD766E0CD5}">
      <dgm:prSet/>
      <dgm:spPr/>
      <dgm:t>
        <a:bodyPr/>
        <a:lstStyle/>
        <a:p>
          <a:r>
            <a:rPr lang="en-PK" i="0" baseline="0"/>
            <a:t>The system will use Natural Language Processing (NLP) to interact with users, analyze emotions, and offer personalized therapeutic experiences.</a:t>
          </a:r>
          <a:endParaRPr lang="en-US"/>
        </a:p>
      </dgm:t>
    </dgm:pt>
    <dgm:pt modelId="{321050E4-274C-4B82-A579-9475CF99789F}" type="parTrans" cxnId="{93D88DA2-18C4-4475-A8A2-C14E2000B4B6}">
      <dgm:prSet/>
      <dgm:spPr/>
      <dgm:t>
        <a:bodyPr/>
        <a:lstStyle/>
        <a:p>
          <a:endParaRPr lang="en-US"/>
        </a:p>
      </dgm:t>
    </dgm:pt>
    <dgm:pt modelId="{D9BC6571-D8E9-478A-8C55-7E1908C1626A}" type="sibTrans" cxnId="{93D88DA2-18C4-4475-A8A2-C14E2000B4B6}">
      <dgm:prSet/>
      <dgm:spPr/>
      <dgm:t>
        <a:bodyPr/>
        <a:lstStyle/>
        <a:p>
          <a:endParaRPr lang="en-US"/>
        </a:p>
      </dgm:t>
    </dgm:pt>
    <dgm:pt modelId="{266AF35E-4FB5-4762-9D0F-5EB176513208}">
      <dgm:prSet/>
      <dgm:spPr/>
      <dgm:t>
        <a:bodyPr/>
        <a:lstStyle/>
        <a:p>
          <a:r>
            <a:rPr lang="en-PK" i="0" baseline="0"/>
            <a:t>If signs of stress or depression are detected, the assistant will trigger immersive VR simulations (e.g., calming nature scenes) to improve mood. </a:t>
          </a:r>
          <a:endParaRPr lang="en-US"/>
        </a:p>
      </dgm:t>
    </dgm:pt>
    <dgm:pt modelId="{E1504876-5039-4AAC-987C-213759384706}" type="parTrans" cxnId="{00FBDB04-7533-4CB9-AB0C-09098ADB5308}">
      <dgm:prSet/>
      <dgm:spPr/>
      <dgm:t>
        <a:bodyPr/>
        <a:lstStyle/>
        <a:p>
          <a:endParaRPr lang="en-US"/>
        </a:p>
      </dgm:t>
    </dgm:pt>
    <dgm:pt modelId="{7AD80DA1-0004-441F-8368-EE260CD0F247}" type="sibTrans" cxnId="{00FBDB04-7533-4CB9-AB0C-09098ADB5308}">
      <dgm:prSet/>
      <dgm:spPr/>
      <dgm:t>
        <a:bodyPr/>
        <a:lstStyle/>
        <a:p>
          <a:endParaRPr lang="en-US"/>
        </a:p>
      </dgm:t>
    </dgm:pt>
    <dgm:pt modelId="{09FDF456-EBC8-42C1-A842-37215E978C15}" type="pres">
      <dgm:prSet presAssocID="{BAEEA761-AC63-4116-A332-33516EEFFFAC}" presName="vert0" presStyleCnt="0">
        <dgm:presLayoutVars>
          <dgm:dir/>
          <dgm:animOne val="branch"/>
          <dgm:animLvl val="lvl"/>
        </dgm:presLayoutVars>
      </dgm:prSet>
      <dgm:spPr/>
    </dgm:pt>
    <dgm:pt modelId="{13C72828-8C04-40EB-BAC4-946EF9DA0678}" type="pres">
      <dgm:prSet presAssocID="{3A6579FE-C0C5-4B2C-B556-53AB3AC76309}" presName="thickLine" presStyleLbl="alignNode1" presStyleIdx="0" presStyleCnt="3"/>
      <dgm:spPr/>
    </dgm:pt>
    <dgm:pt modelId="{AA1EF57A-89D9-406E-97CD-D005DC2AE858}" type="pres">
      <dgm:prSet presAssocID="{3A6579FE-C0C5-4B2C-B556-53AB3AC76309}" presName="horz1" presStyleCnt="0"/>
      <dgm:spPr/>
    </dgm:pt>
    <dgm:pt modelId="{B25FE8E4-199C-4B7B-A232-6DDBA348A53D}" type="pres">
      <dgm:prSet presAssocID="{3A6579FE-C0C5-4B2C-B556-53AB3AC76309}" presName="tx1" presStyleLbl="revTx" presStyleIdx="0" presStyleCnt="3"/>
      <dgm:spPr/>
    </dgm:pt>
    <dgm:pt modelId="{A2946761-062C-4232-9C98-1F6F694D982D}" type="pres">
      <dgm:prSet presAssocID="{3A6579FE-C0C5-4B2C-B556-53AB3AC76309}" presName="vert1" presStyleCnt="0"/>
      <dgm:spPr/>
    </dgm:pt>
    <dgm:pt modelId="{9E779DCF-A7B6-4BF4-AF4F-1E0705018DCA}" type="pres">
      <dgm:prSet presAssocID="{E4CA5C2A-BC87-44AE-905D-6DAD766E0CD5}" presName="thickLine" presStyleLbl="alignNode1" presStyleIdx="1" presStyleCnt="3"/>
      <dgm:spPr/>
    </dgm:pt>
    <dgm:pt modelId="{EFE5F41B-E4C3-4F4D-B13C-B9AED83F0AF4}" type="pres">
      <dgm:prSet presAssocID="{E4CA5C2A-BC87-44AE-905D-6DAD766E0CD5}" presName="horz1" presStyleCnt="0"/>
      <dgm:spPr/>
    </dgm:pt>
    <dgm:pt modelId="{679511CD-5E9B-432A-ACD3-F0CE00610E56}" type="pres">
      <dgm:prSet presAssocID="{E4CA5C2A-BC87-44AE-905D-6DAD766E0CD5}" presName="tx1" presStyleLbl="revTx" presStyleIdx="1" presStyleCnt="3"/>
      <dgm:spPr/>
    </dgm:pt>
    <dgm:pt modelId="{E33A4825-A045-4BFA-A341-776DEDBA3AD5}" type="pres">
      <dgm:prSet presAssocID="{E4CA5C2A-BC87-44AE-905D-6DAD766E0CD5}" presName="vert1" presStyleCnt="0"/>
      <dgm:spPr/>
    </dgm:pt>
    <dgm:pt modelId="{F0FFACD0-3CEE-470A-AE94-1D653991EA83}" type="pres">
      <dgm:prSet presAssocID="{266AF35E-4FB5-4762-9D0F-5EB176513208}" presName="thickLine" presStyleLbl="alignNode1" presStyleIdx="2" presStyleCnt="3"/>
      <dgm:spPr/>
    </dgm:pt>
    <dgm:pt modelId="{5B6B99A4-5D96-42E4-AF7D-6474E5BAC45B}" type="pres">
      <dgm:prSet presAssocID="{266AF35E-4FB5-4762-9D0F-5EB176513208}" presName="horz1" presStyleCnt="0"/>
      <dgm:spPr/>
    </dgm:pt>
    <dgm:pt modelId="{2A129733-7174-45AD-AB0C-AF1C2B912CC5}" type="pres">
      <dgm:prSet presAssocID="{266AF35E-4FB5-4762-9D0F-5EB176513208}" presName="tx1" presStyleLbl="revTx" presStyleIdx="2" presStyleCnt="3"/>
      <dgm:spPr/>
    </dgm:pt>
    <dgm:pt modelId="{4CC2985A-705F-426E-90A4-ED9CAAC5092F}" type="pres">
      <dgm:prSet presAssocID="{266AF35E-4FB5-4762-9D0F-5EB176513208}" presName="vert1" presStyleCnt="0"/>
      <dgm:spPr/>
    </dgm:pt>
  </dgm:ptLst>
  <dgm:cxnLst>
    <dgm:cxn modelId="{00FBDB04-7533-4CB9-AB0C-09098ADB5308}" srcId="{BAEEA761-AC63-4116-A332-33516EEFFFAC}" destId="{266AF35E-4FB5-4762-9D0F-5EB176513208}" srcOrd="2" destOrd="0" parTransId="{E1504876-5039-4AAC-987C-213759384706}" sibTransId="{7AD80DA1-0004-441F-8368-EE260CD0F247}"/>
    <dgm:cxn modelId="{2D4B9D09-2DD1-4BFB-9CBF-4091312731D0}" type="presOf" srcId="{BAEEA761-AC63-4116-A332-33516EEFFFAC}" destId="{09FDF456-EBC8-42C1-A842-37215E978C15}" srcOrd="0" destOrd="0" presId="urn:microsoft.com/office/officeart/2008/layout/LinedList"/>
    <dgm:cxn modelId="{C28DDD57-B2C3-44F3-B057-3E14E8FA1E9C}" type="presOf" srcId="{E4CA5C2A-BC87-44AE-905D-6DAD766E0CD5}" destId="{679511CD-5E9B-432A-ACD3-F0CE00610E56}" srcOrd="0" destOrd="0" presId="urn:microsoft.com/office/officeart/2008/layout/LinedList"/>
    <dgm:cxn modelId="{9DA6329F-79DE-42C6-94D2-11C4897C3D52}" type="presOf" srcId="{266AF35E-4FB5-4762-9D0F-5EB176513208}" destId="{2A129733-7174-45AD-AB0C-AF1C2B912CC5}" srcOrd="0" destOrd="0" presId="urn:microsoft.com/office/officeart/2008/layout/LinedList"/>
    <dgm:cxn modelId="{93D88DA2-18C4-4475-A8A2-C14E2000B4B6}" srcId="{BAEEA761-AC63-4116-A332-33516EEFFFAC}" destId="{E4CA5C2A-BC87-44AE-905D-6DAD766E0CD5}" srcOrd="1" destOrd="0" parTransId="{321050E4-274C-4B82-A579-9475CF99789F}" sibTransId="{D9BC6571-D8E9-478A-8C55-7E1908C1626A}"/>
    <dgm:cxn modelId="{AC9E87A7-3E03-45F9-AA2F-33E954607C36}" type="presOf" srcId="{3A6579FE-C0C5-4B2C-B556-53AB3AC76309}" destId="{B25FE8E4-199C-4B7B-A232-6DDBA348A53D}" srcOrd="0" destOrd="0" presId="urn:microsoft.com/office/officeart/2008/layout/LinedList"/>
    <dgm:cxn modelId="{237EACB3-057A-4385-A73B-6EA4E41F2F63}" srcId="{BAEEA761-AC63-4116-A332-33516EEFFFAC}" destId="{3A6579FE-C0C5-4B2C-B556-53AB3AC76309}" srcOrd="0" destOrd="0" parTransId="{C429AC5A-F60D-4D3D-AFDE-35EE1AE0DEFD}" sibTransId="{B1C5F9FD-46BF-4530-A158-526E7FEB637B}"/>
    <dgm:cxn modelId="{4F31FB6E-2C2E-4FC0-B00D-DF5E7106DC73}" type="presParOf" srcId="{09FDF456-EBC8-42C1-A842-37215E978C15}" destId="{13C72828-8C04-40EB-BAC4-946EF9DA0678}" srcOrd="0" destOrd="0" presId="urn:microsoft.com/office/officeart/2008/layout/LinedList"/>
    <dgm:cxn modelId="{31A2D1DB-8ECC-43D0-A272-87CF5FCA4E00}" type="presParOf" srcId="{09FDF456-EBC8-42C1-A842-37215E978C15}" destId="{AA1EF57A-89D9-406E-97CD-D005DC2AE858}" srcOrd="1" destOrd="0" presId="urn:microsoft.com/office/officeart/2008/layout/LinedList"/>
    <dgm:cxn modelId="{BE6A20C1-778C-44F1-820D-7CB65211874B}" type="presParOf" srcId="{AA1EF57A-89D9-406E-97CD-D005DC2AE858}" destId="{B25FE8E4-199C-4B7B-A232-6DDBA348A53D}" srcOrd="0" destOrd="0" presId="urn:microsoft.com/office/officeart/2008/layout/LinedList"/>
    <dgm:cxn modelId="{051B0C47-3F3C-4977-9080-8D6410EA8ACE}" type="presParOf" srcId="{AA1EF57A-89D9-406E-97CD-D005DC2AE858}" destId="{A2946761-062C-4232-9C98-1F6F694D982D}" srcOrd="1" destOrd="0" presId="urn:microsoft.com/office/officeart/2008/layout/LinedList"/>
    <dgm:cxn modelId="{87F1CA69-D20D-413A-BAF2-A8019356C0FF}" type="presParOf" srcId="{09FDF456-EBC8-42C1-A842-37215E978C15}" destId="{9E779DCF-A7B6-4BF4-AF4F-1E0705018DCA}" srcOrd="2" destOrd="0" presId="urn:microsoft.com/office/officeart/2008/layout/LinedList"/>
    <dgm:cxn modelId="{27AC246E-5B2A-4F3B-950C-0EC21D38D5A1}" type="presParOf" srcId="{09FDF456-EBC8-42C1-A842-37215E978C15}" destId="{EFE5F41B-E4C3-4F4D-B13C-B9AED83F0AF4}" srcOrd="3" destOrd="0" presId="urn:microsoft.com/office/officeart/2008/layout/LinedList"/>
    <dgm:cxn modelId="{01DB7D9C-CF09-4399-B7F4-5AAEA3C41C49}" type="presParOf" srcId="{EFE5F41B-E4C3-4F4D-B13C-B9AED83F0AF4}" destId="{679511CD-5E9B-432A-ACD3-F0CE00610E56}" srcOrd="0" destOrd="0" presId="urn:microsoft.com/office/officeart/2008/layout/LinedList"/>
    <dgm:cxn modelId="{B4BDA595-D010-4B77-ACF9-D74863D0F571}" type="presParOf" srcId="{EFE5F41B-E4C3-4F4D-B13C-B9AED83F0AF4}" destId="{E33A4825-A045-4BFA-A341-776DEDBA3AD5}" srcOrd="1" destOrd="0" presId="urn:microsoft.com/office/officeart/2008/layout/LinedList"/>
    <dgm:cxn modelId="{02E61B44-6213-49E0-9912-F36BCFA4AF02}" type="presParOf" srcId="{09FDF456-EBC8-42C1-A842-37215E978C15}" destId="{F0FFACD0-3CEE-470A-AE94-1D653991EA83}" srcOrd="4" destOrd="0" presId="urn:microsoft.com/office/officeart/2008/layout/LinedList"/>
    <dgm:cxn modelId="{8EA357A4-57C4-41A1-91A1-B9130B781791}" type="presParOf" srcId="{09FDF456-EBC8-42C1-A842-37215E978C15}" destId="{5B6B99A4-5D96-42E4-AF7D-6474E5BAC45B}" srcOrd="5" destOrd="0" presId="urn:microsoft.com/office/officeart/2008/layout/LinedList"/>
    <dgm:cxn modelId="{A2F4339C-5B7F-408A-89C6-B45C8DC439AD}" type="presParOf" srcId="{5B6B99A4-5D96-42E4-AF7D-6474E5BAC45B}" destId="{2A129733-7174-45AD-AB0C-AF1C2B912CC5}" srcOrd="0" destOrd="0" presId="urn:microsoft.com/office/officeart/2008/layout/LinedList"/>
    <dgm:cxn modelId="{F742878C-611A-4BBD-B3A1-051D1AD275ED}" type="presParOf" srcId="{5B6B99A4-5D96-42E4-AF7D-6474E5BAC45B}" destId="{4CC2985A-705F-426E-90A4-ED9CAAC5092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A2E2EC7-6CFD-4F45-A032-06961E498E1D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7307B1E-A30D-4FF8-8334-E7F36BA2852E}">
      <dgm:prSet/>
      <dgm:spPr/>
      <dgm:t>
        <a:bodyPr/>
        <a:lstStyle/>
        <a:p>
          <a:r>
            <a:rPr lang="en-US"/>
            <a:t>Develop an AI-Powered Virtual Assistant</a:t>
          </a:r>
        </a:p>
      </dgm:t>
    </dgm:pt>
    <dgm:pt modelId="{70E74D59-82B9-4D81-95A8-4ECCA1946701}" type="parTrans" cxnId="{C6ACF5B7-CCDD-4C5A-B980-C0FB80406759}">
      <dgm:prSet/>
      <dgm:spPr/>
      <dgm:t>
        <a:bodyPr/>
        <a:lstStyle/>
        <a:p>
          <a:endParaRPr lang="en-US"/>
        </a:p>
      </dgm:t>
    </dgm:pt>
    <dgm:pt modelId="{390C40B9-575C-4D52-9B6A-D95B0CB4F949}" type="sibTrans" cxnId="{C6ACF5B7-CCDD-4C5A-B980-C0FB80406759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4CD6CE8C-F99E-4E99-83F9-EA537316EC0C}">
      <dgm:prSet/>
      <dgm:spPr/>
      <dgm:t>
        <a:bodyPr/>
        <a:lstStyle/>
        <a:p>
          <a:r>
            <a:rPr lang="en-US"/>
            <a:t>Integrate NLP for Emotion Detection</a:t>
          </a:r>
        </a:p>
      </dgm:t>
    </dgm:pt>
    <dgm:pt modelId="{6E2715AA-E1EC-4C97-A668-480225680457}" type="parTrans" cxnId="{0AFA9FCC-ABFD-4AB1-B773-C92BFC2AE1CC}">
      <dgm:prSet/>
      <dgm:spPr/>
      <dgm:t>
        <a:bodyPr/>
        <a:lstStyle/>
        <a:p>
          <a:endParaRPr lang="en-US"/>
        </a:p>
      </dgm:t>
    </dgm:pt>
    <dgm:pt modelId="{153600F8-69B5-412C-BA41-0580B88752CF}" type="sibTrans" cxnId="{0AFA9FCC-ABFD-4AB1-B773-C92BFC2AE1C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162A027E-0CB4-4FF1-AFA2-0D9CEAC90C17}">
      <dgm:prSet/>
      <dgm:spPr/>
      <dgm:t>
        <a:bodyPr/>
        <a:lstStyle/>
        <a:p>
          <a:r>
            <a:rPr lang="en-US"/>
            <a:t>Create Personalized VR Therapy Environments</a:t>
          </a:r>
        </a:p>
      </dgm:t>
    </dgm:pt>
    <dgm:pt modelId="{09B183CB-CFDD-4806-8A08-8D2C4111C3BF}" type="parTrans" cxnId="{87C395B7-A56B-4581-9B0F-7618FF343C95}">
      <dgm:prSet/>
      <dgm:spPr/>
      <dgm:t>
        <a:bodyPr/>
        <a:lstStyle/>
        <a:p>
          <a:endParaRPr lang="en-US"/>
        </a:p>
      </dgm:t>
    </dgm:pt>
    <dgm:pt modelId="{851B0E93-AE1B-4323-A68E-FA885CCF065E}" type="sibTrans" cxnId="{87C395B7-A56B-4581-9B0F-7618FF343C9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F9BFF30A-71F9-411A-A2AE-D4633A5E4F74}">
      <dgm:prSet/>
      <dgm:spPr/>
      <dgm:t>
        <a:bodyPr/>
        <a:lstStyle/>
        <a:p>
          <a:r>
            <a:rPr lang="en-US"/>
            <a:t>Enhance User Engagement with Real-Time Feedback</a:t>
          </a:r>
        </a:p>
      </dgm:t>
    </dgm:pt>
    <dgm:pt modelId="{DEEBBD14-3AC3-4A22-9087-E23D4DD913F4}" type="parTrans" cxnId="{9425C687-0962-461B-829B-70C9038C455F}">
      <dgm:prSet/>
      <dgm:spPr/>
      <dgm:t>
        <a:bodyPr/>
        <a:lstStyle/>
        <a:p>
          <a:endParaRPr lang="en-US"/>
        </a:p>
      </dgm:t>
    </dgm:pt>
    <dgm:pt modelId="{2D797ED6-0638-46C6-A634-10755A218034}" type="sibTrans" cxnId="{9425C687-0962-461B-829B-70C9038C455F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ACD955FE-EDE7-4835-9481-ECD07E1B1A74}" type="pres">
      <dgm:prSet presAssocID="{4A2E2EC7-6CFD-4F45-A032-06961E498E1D}" presName="Name0" presStyleCnt="0">
        <dgm:presLayoutVars>
          <dgm:animLvl val="lvl"/>
          <dgm:resizeHandles val="exact"/>
        </dgm:presLayoutVars>
      </dgm:prSet>
      <dgm:spPr/>
    </dgm:pt>
    <dgm:pt modelId="{75EC9811-3A49-43DA-BB64-64A44A4586A1}" type="pres">
      <dgm:prSet presAssocID="{37307B1E-A30D-4FF8-8334-E7F36BA2852E}" presName="compositeNode" presStyleCnt="0">
        <dgm:presLayoutVars>
          <dgm:bulletEnabled val="1"/>
        </dgm:presLayoutVars>
      </dgm:prSet>
      <dgm:spPr/>
    </dgm:pt>
    <dgm:pt modelId="{D8FDB1A3-5338-45A6-9303-333DC238D203}" type="pres">
      <dgm:prSet presAssocID="{37307B1E-A30D-4FF8-8334-E7F36BA2852E}" presName="bgRect" presStyleLbl="alignNode1" presStyleIdx="0" presStyleCnt="4"/>
      <dgm:spPr/>
    </dgm:pt>
    <dgm:pt modelId="{79106AB3-D7D6-4E1F-BA4F-207554BC4177}" type="pres">
      <dgm:prSet presAssocID="{390C40B9-575C-4D52-9B6A-D95B0CB4F949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306C6C47-2D68-44A8-93C6-EFBE00944725}" type="pres">
      <dgm:prSet presAssocID="{37307B1E-A30D-4FF8-8334-E7F36BA2852E}" presName="nodeRect" presStyleLbl="alignNode1" presStyleIdx="0" presStyleCnt="4">
        <dgm:presLayoutVars>
          <dgm:bulletEnabled val="1"/>
        </dgm:presLayoutVars>
      </dgm:prSet>
      <dgm:spPr/>
    </dgm:pt>
    <dgm:pt modelId="{BE69D233-4293-46E0-8CAB-FDDC1508908C}" type="pres">
      <dgm:prSet presAssocID="{390C40B9-575C-4D52-9B6A-D95B0CB4F949}" presName="sibTrans" presStyleCnt="0"/>
      <dgm:spPr/>
    </dgm:pt>
    <dgm:pt modelId="{91DA2CC7-89EB-46E3-B0CD-9277E111FB27}" type="pres">
      <dgm:prSet presAssocID="{4CD6CE8C-F99E-4E99-83F9-EA537316EC0C}" presName="compositeNode" presStyleCnt="0">
        <dgm:presLayoutVars>
          <dgm:bulletEnabled val="1"/>
        </dgm:presLayoutVars>
      </dgm:prSet>
      <dgm:spPr/>
    </dgm:pt>
    <dgm:pt modelId="{2CDDBDB6-2BD2-4F3C-AA87-950885096BF9}" type="pres">
      <dgm:prSet presAssocID="{4CD6CE8C-F99E-4E99-83F9-EA537316EC0C}" presName="bgRect" presStyleLbl="alignNode1" presStyleIdx="1" presStyleCnt="4"/>
      <dgm:spPr/>
    </dgm:pt>
    <dgm:pt modelId="{9A23A99D-2D61-4D57-B250-ECE3181C61E1}" type="pres">
      <dgm:prSet presAssocID="{153600F8-69B5-412C-BA41-0580B88752CF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2C97DEC5-FA38-423F-98CB-46260449BA6B}" type="pres">
      <dgm:prSet presAssocID="{4CD6CE8C-F99E-4E99-83F9-EA537316EC0C}" presName="nodeRect" presStyleLbl="alignNode1" presStyleIdx="1" presStyleCnt="4">
        <dgm:presLayoutVars>
          <dgm:bulletEnabled val="1"/>
        </dgm:presLayoutVars>
      </dgm:prSet>
      <dgm:spPr/>
    </dgm:pt>
    <dgm:pt modelId="{2AC0D813-7105-41C6-A285-2EDC13A55182}" type="pres">
      <dgm:prSet presAssocID="{153600F8-69B5-412C-BA41-0580B88752CF}" presName="sibTrans" presStyleCnt="0"/>
      <dgm:spPr/>
    </dgm:pt>
    <dgm:pt modelId="{A025042D-4911-410C-BB42-CB3DCD54C4F5}" type="pres">
      <dgm:prSet presAssocID="{162A027E-0CB4-4FF1-AFA2-0D9CEAC90C17}" presName="compositeNode" presStyleCnt="0">
        <dgm:presLayoutVars>
          <dgm:bulletEnabled val="1"/>
        </dgm:presLayoutVars>
      </dgm:prSet>
      <dgm:spPr/>
    </dgm:pt>
    <dgm:pt modelId="{3C04904A-3FBE-425F-8B19-754F7C026A33}" type="pres">
      <dgm:prSet presAssocID="{162A027E-0CB4-4FF1-AFA2-0D9CEAC90C17}" presName="bgRect" presStyleLbl="alignNode1" presStyleIdx="2" presStyleCnt="4"/>
      <dgm:spPr/>
    </dgm:pt>
    <dgm:pt modelId="{DFB5E363-3ED4-493A-A8A2-5E24828F065A}" type="pres">
      <dgm:prSet presAssocID="{851B0E93-AE1B-4323-A68E-FA885CCF065E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0F1D9717-DAC3-4079-B82C-2D27509A9F1E}" type="pres">
      <dgm:prSet presAssocID="{162A027E-0CB4-4FF1-AFA2-0D9CEAC90C17}" presName="nodeRect" presStyleLbl="alignNode1" presStyleIdx="2" presStyleCnt="4">
        <dgm:presLayoutVars>
          <dgm:bulletEnabled val="1"/>
        </dgm:presLayoutVars>
      </dgm:prSet>
      <dgm:spPr/>
    </dgm:pt>
    <dgm:pt modelId="{238E1E24-0EDD-4E4C-8603-1C3F924722B0}" type="pres">
      <dgm:prSet presAssocID="{851B0E93-AE1B-4323-A68E-FA885CCF065E}" presName="sibTrans" presStyleCnt="0"/>
      <dgm:spPr/>
    </dgm:pt>
    <dgm:pt modelId="{AC266613-A19B-4482-A182-9B13FEB8500E}" type="pres">
      <dgm:prSet presAssocID="{F9BFF30A-71F9-411A-A2AE-D4633A5E4F74}" presName="compositeNode" presStyleCnt="0">
        <dgm:presLayoutVars>
          <dgm:bulletEnabled val="1"/>
        </dgm:presLayoutVars>
      </dgm:prSet>
      <dgm:spPr/>
    </dgm:pt>
    <dgm:pt modelId="{64BE75CE-43E9-4DB7-AC6C-37D2EB0D17EE}" type="pres">
      <dgm:prSet presAssocID="{F9BFF30A-71F9-411A-A2AE-D4633A5E4F74}" presName="bgRect" presStyleLbl="alignNode1" presStyleIdx="3" presStyleCnt="4"/>
      <dgm:spPr/>
    </dgm:pt>
    <dgm:pt modelId="{20B59368-01BB-4918-A558-8D9976C37913}" type="pres">
      <dgm:prSet presAssocID="{2D797ED6-0638-46C6-A634-10755A218034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C8C857E0-9842-47D3-81B2-06F851802134}" type="pres">
      <dgm:prSet presAssocID="{F9BFF30A-71F9-411A-A2AE-D4633A5E4F74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7E2A570F-47B9-4B00-98DE-62B942279C26}" type="presOf" srcId="{162A027E-0CB4-4FF1-AFA2-0D9CEAC90C17}" destId="{0F1D9717-DAC3-4079-B82C-2D27509A9F1E}" srcOrd="1" destOrd="0" presId="urn:microsoft.com/office/officeart/2016/7/layout/LinearBlockProcessNumbered"/>
    <dgm:cxn modelId="{4951C81B-B3EB-4E92-8D73-F4029DFBC686}" type="presOf" srcId="{37307B1E-A30D-4FF8-8334-E7F36BA2852E}" destId="{306C6C47-2D68-44A8-93C6-EFBE00944725}" srcOrd="1" destOrd="0" presId="urn:microsoft.com/office/officeart/2016/7/layout/LinearBlockProcessNumbered"/>
    <dgm:cxn modelId="{25DE125E-CA56-4AF5-AA2E-C5BD8D5239AC}" type="presOf" srcId="{162A027E-0CB4-4FF1-AFA2-0D9CEAC90C17}" destId="{3C04904A-3FBE-425F-8B19-754F7C026A33}" srcOrd="0" destOrd="0" presId="urn:microsoft.com/office/officeart/2016/7/layout/LinearBlockProcessNumbered"/>
    <dgm:cxn modelId="{4675215F-6D62-4EB9-9DDA-559B9A474AEA}" type="presOf" srcId="{390C40B9-575C-4D52-9B6A-D95B0CB4F949}" destId="{79106AB3-D7D6-4E1F-BA4F-207554BC4177}" srcOrd="0" destOrd="0" presId="urn:microsoft.com/office/officeart/2016/7/layout/LinearBlockProcessNumbered"/>
    <dgm:cxn modelId="{95325445-954B-44EC-952E-14138A99FCC9}" type="presOf" srcId="{153600F8-69B5-412C-BA41-0580B88752CF}" destId="{9A23A99D-2D61-4D57-B250-ECE3181C61E1}" srcOrd="0" destOrd="0" presId="urn:microsoft.com/office/officeart/2016/7/layout/LinearBlockProcessNumbered"/>
    <dgm:cxn modelId="{7A49406A-C575-4EFC-BDD9-4B5C12AACF8A}" type="presOf" srcId="{4CD6CE8C-F99E-4E99-83F9-EA537316EC0C}" destId="{2C97DEC5-FA38-423F-98CB-46260449BA6B}" srcOrd="1" destOrd="0" presId="urn:microsoft.com/office/officeart/2016/7/layout/LinearBlockProcessNumbered"/>
    <dgm:cxn modelId="{74E65476-6111-40EF-B578-6D5A6A4A250C}" type="presOf" srcId="{851B0E93-AE1B-4323-A68E-FA885CCF065E}" destId="{DFB5E363-3ED4-493A-A8A2-5E24828F065A}" srcOrd="0" destOrd="0" presId="urn:microsoft.com/office/officeart/2016/7/layout/LinearBlockProcessNumbered"/>
    <dgm:cxn modelId="{50030382-45FE-49FB-8258-E8C047D30DD5}" type="presOf" srcId="{F9BFF30A-71F9-411A-A2AE-D4633A5E4F74}" destId="{64BE75CE-43E9-4DB7-AC6C-37D2EB0D17EE}" srcOrd="0" destOrd="0" presId="urn:microsoft.com/office/officeart/2016/7/layout/LinearBlockProcessNumbered"/>
    <dgm:cxn modelId="{9425C687-0962-461B-829B-70C9038C455F}" srcId="{4A2E2EC7-6CFD-4F45-A032-06961E498E1D}" destId="{F9BFF30A-71F9-411A-A2AE-D4633A5E4F74}" srcOrd="3" destOrd="0" parTransId="{DEEBBD14-3AC3-4A22-9087-E23D4DD913F4}" sibTransId="{2D797ED6-0638-46C6-A634-10755A218034}"/>
    <dgm:cxn modelId="{FC8C0190-A6DF-4BF0-8243-1C2566B6DB28}" type="presOf" srcId="{37307B1E-A30D-4FF8-8334-E7F36BA2852E}" destId="{D8FDB1A3-5338-45A6-9303-333DC238D203}" srcOrd="0" destOrd="0" presId="urn:microsoft.com/office/officeart/2016/7/layout/LinearBlockProcessNumbered"/>
    <dgm:cxn modelId="{AB7F20B1-8BB4-489E-9B93-BF39AE529CF1}" type="presOf" srcId="{2D797ED6-0638-46C6-A634-10755A218034}" destId="{20B59368-01BB-4918-A558-8D9976C37913}" srcOrd="0" destOrd="0" presId="urn:microsoft.com/office/officeart/2016/7/layout/LinearBlockProcessNumbered"/>
    <dgm:cxn modelId="{87C395B7-A56B-4581-9B0F-7618FF343C95}" srcId="{4A2E2EC7-6CFD-4F45-A032-06961E498E1D}" destId="{162A027E-0CB4-4FF1-AFA2-0D9CEAC90C17}" srcOrd="2" destOrd="0" parTransId="{09B183CB-CFDD-4806-8A08-8D2C4111C3BF}" sibTransId="{851B0E93-AE1B-4323-A68E-FA885CCF065E}"/>
    <dgm:cxn modelId="{C6ACF5B7-CCDD-4C5A-B980-C0FB80406759}" srcId="{4A2E2EC7-6CFD-4F45-A032-06961E498E1D}" destId="{37307B1E-A30D-4FF8-8334-E7F36BA2852E}" srcOrd="0" destOrd="0" parTransId="{70E74D59-82B9-4D81-95A8-4ECCA1946701}" sibTransId="{390C40B9-575C-4D52-9B6A-D95B0CB4F949}"/>
    <dgm:cxn modelId="{AD3BCCBD-ED4A-4523-838C-AE3F30FCA79A}" type="presOf" srcId="{4A2E2EC7-6CFD-4F45-A032-06961E498E1D}" destId="{ACD955FE-EDE7-4835-9481-ECD07E1B1A74}" srcOrd="0" destOrd="0" presId="urn:microsoft.com/office/officeart/2016/7/layout/LinearBlockProcessNumbered"/>
    <dgm:cxn modelId="{B13D97CA-2AA3-4B51-B76C-D4298C8F254A}" type="presOf" srcId="{F9BFF30A-71F9-411A-A2AE-D4633A5E4F74}" destId="{C8C857E0-9842-47D3-81B2-06F851802134}" srcOrd="1" destOrd="0" presId="urn:microsoft.com/office/officeart/2016/7/layout/LinearBlockProcessNumbered"/>
    <dgm:cxn modelId="{0AFA9FCC-ABFD-4AB1-B773-C92BFC2AE1CC}" srcId="{4A2E2EC7-6CFD-4F45-A032-06961E498E1D}" destId="{4CD6CE8C-F99E-4E99-83F9-EA537316EC0C}" srcOrd="1" destOrd="0" parTransId="{6E2715AA-E1EC-4C97-A668-480225680457}" sibTransId="{153600F8-69B5-412C-BA41-0580B88752CF}"/>
    <dgm:cxn modelId="{FB3060D9-3BAC-447E-8AA6-0B0EBB98C533}" type="presOf" srcId="{4CD6CE8C-F99E-4E99-83F9-EA537316EC0C}" destId="{2CDDBDB6-2BD2-4F3C-AA87-950885096BF9}" srcOrd="0" destOrd="0" presId="urn:microsoft.com/office/officeart/2016/7/layout/LinearBlockProcessNumbered"/>
    <dgm:cxn modelId="{599217B4-644F-4D4E-A3C3-DBC896E4630D}" type="presParOf" srcId="{ACD955FE-EDE7-4835-9481-ECD07E1B1A74}" destId="{75EC9811-3A49-43DA-BB64-64A44A4586A1}" srcOrd="0" destOrd="0" presId="urn:microsoft.com/office/officeart/2016/7/layout/LinearBlockProcessNumbered"/>
    <dgm:cxn modelId="{74DED861-47FA-421D-9FFB-15BC8672F7AE}" type="presParOf" srcId="{75EC9811-3A49-43DA-BB64-64A44A4586A1}" destId="{D8FDB1A3-5338-45A6-9303-333DC238D203}" srcOrd="0" destOrd="0" presId="urn:microsoft.com/office/officeart/2016/7/layout/LinearBlockProcessNumbered"/>
    <dgm:cxn modelId="{D93FF5D6-E74D-45E9-821C-FDE57B638B5C}" type="presParOf" srcId="{75EC9811-3A49-43DA-BB64-64A44A4586A1}" destId="{79106AB3-D7D6-4E1F-BA4F-207554BC4177}" srcOrd="1" destOrd="0" presId="urn:microsoft.com/office/officeart/2016/7/layout/LinearBlockProcessNumbered"/>
    <dgm:cxn modelId="{2E503A1E-59CC-4E87-BE09-D66AC54494DA}" type="presParOf" srcId="{75EC9811-3A49-43DA-BB64-64A44A4586A1}" destId="{306C6C47-2D68-44A8-93C6-EFBE00944725}" srcOrd="2" destOrd="0" presId="urn:microsoft.com/office/officeart/2016/7/layout/LinearBlockProcessNumbered"/>
    <dgm:cxn modelId="{D58A8A06-FD7E-44C4-B3F5-9B3455E85E0E}" type="presParOf" srcId="{ACD955FE-EDE7-4835-9481-ECD07E1B1A74}" destId="{BE69D233-4293-46E0-8CAB-FDDC1508908C}" srcOrd="1" destOrd="0" presId="urn:microsoft.com/office/officeart/2016/7/layout/LinearBlockProcessNumbered"/>
    <dgm:cxn modelId="{6CBCE29C-DECB-4377-9127-B104FC6D0E75}" type="presParOf" srcId="{ACD955FE-EDE7-4835-9481-ECD07E1B1A74}" destId="{91DA2CC7-89EB-46E3-B0CD-9277E111FB27}" srcOrd="2" destOrd="0" presId="urn:microsoft.com/office/officeart/2016/7/layout/LinearBlockProcessNumbered"/>
    <dgm:cxn modelId="{005064E4-B7A8-486E-9E62-0DC27488986C}" type="presParOf" srcId="{91DA2CC7-89EB-46E3-B0CD-9277E111FB27}" destId="{2CDDBDB6-2BD2-4F3C-AA87-950885096BF9}" srcOrd="0" destOrd="0" presId="urn:microsoft.com/office/officeart/2016/7/layout/LinearBlockProcessNumbered"/>
    <dgm:cxn modelId="{C474A9E4-F1E8-4164-811C-490D3CDB0818}" type="presParOf" srcId="{91DA2CC7-89EB-46E3-B0CD-9277E111FB27}" destId="{9A23A99D-2D61-4D57-B250-ECE3181C61E1}" srcOrd="1" destOrd="0" presId="urn:microsoft.com/office/officeart/2016/7/layout/LinearBlockProcessNumbered"/>
    <dgm:cxn modelId="{3562404D-DE63-4406-BFD4-D324E44748E8}" type="presParOf" srcId="{91DA2CC7-89EB-46E3-B0CD-9277E111FB27}" destId="{2C97DEC5-FA38-423F-98CB-46260449BA6B}" srcOrd="2" destOrd="0" presId="urn:microsoft.com/office/officeart/2016/7/layout/LinearBlockProcessNumbered"/>
    <dgm:cxn modelId="{565ABE2F-5593-4EC4-A2C5-D8BD4AB8E2D1}" type="presParOf" srcId="{ACD955FE-EDE7-4835-9481-ECD07E1B1A74}" destId="{2AC0D813-7105-41C6-A285-2EDC13A55182}" srcOrd="3" destOrd="0" presId="urn:microsoft.com/office/officeart/2016/7/layout/LinearBlockProcessNumbered"/>
    <dgm:cxn modelId="{5F53001C-977B-4321-990A-63B7C601235D}" type="presParOf" srcId="{ACD955FE-EDE7-4835-9481-ECD07E1B1A74}" destId="{A025042D-4911-410C-BB42-CB3DCD54C4F5}" srcOrd="4" destOrd="0" presId="urn:microsoft.com/office/officeart/2016/7/layout/LinearBlockProcessNumbered"/>
    <dgm:cxn modelId="{11E9857E-95DB-4EF9-9ACD-01A52990D1B9}" type="presParOf" srcId="{A025042D-4911-410C-BB42-CB3DCD54C4F5}" destId="{3C04904A-3FBE-425F-8B19-754F7C026A33}" srcOrd="0" destOrd="0" presId="urn:microsoft.com/office/officeart/2016/7/layout/LinearBlockProcessNumbered"/>
    <dgm:cxn modelId="{C1037970-5E14-490E-8C03-DFED9BD7D053}" type="presParOf" srcId="{A025042D-4911-410C-BB42-CB3DCD54C4F5}" destId="{DFB5E363-3ED4-493A-A8A2-5E24828F065A}" srcOrd="1" destOrd="0" presId="urn:microsoft.com/office/officeart/2016/7/layout/LinearBlockProcessNumbered"/>
    <dgm:cxn modelId="{235D01CC-1871-4481-BDB7-28030348F084}" type="presParOf" srcId="{A025042D-4911-410C-BB42-CB3DCD54C4F5}" destId="{0F1D9717-DAC3-4079-B82C-2D27509A9F1E}" srcOrd="2" destOrd="0" presId="urn:microsoft.com/office/officeart/2016/7/layout/LinearBlockProcessNumbered"/>
    <dgm:cxn modelId="{E0A8D3EB-DF16-4147-B1E4-28C5F2FF8BB6}" type="presParOf" srcId="{ACD955FE-EDE7-4835-9481-ECD07E1B1A74}" destId="{238E1E24-0EDD-4E4C-8603-1C3F924722B0}" srcOrd="5" destOrd="0" presId="urn:microsoft.com/office/officeart/2016/7/layout/LinearBlockProcessNumbered"/>
    <dgm:cxn modelId="{497860CA-2B0A-4EDD-8025-0C7BD1C9A002}" type="presParOf" srcId="{ACD955FE-EDE7-4835-9481-ECD07E1B1A74}" destId="{AC266613-A19B-4482-A182-9B13FEB8500E}" srcOrd="6" destOrd="0" presId="urn:microsoft.com/office/officeart/2016/7/layout/LinearBlockProcessNumbered"/>
    <dgm:cxn modelId="{F4D322E8-7EB6-409F-8403-4D2227520332}" type="presParOf" srcId="{AC266613-A19B-4482-A182-9B13FEB8500E}" destId="{64BE75CE-43E9-4DB7-AC6C-37D2EB0D17EE}" srcOrd="0" destOrd="0" presId="urn:microsoft.com/office/officeart/2016/7/layout/LinearBlockProcessNumbered"/>
    <dgm:cxn modelId="{786AF4BF-7D2B-4F3F-94CA-69FD7FD9492C}" type="presParOf" srcId="{AC266613-A19B-4482-A182-9B13FEB8500E}" destId="{20B59368-01BB-4918-A558-8D9976C37913}" srcOrd="1" destOrd="0" presId="urn:microsoft.com/office/officeart/2016/7/layout/LinearBlockProcessNumbered"/>
    <dgm:cxn modelId="{A40BB821-57EB-4A25-A71C-5BCD96970061}" type="presParOf" srcId="{AC266613-A19B-4482-A182-9B13FEB8500E}" destId="{C8C857E0-9842-47D3-81B2-06F851802134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C72828-8C04-40EB-BAC4-946EF9DA0678}">
      <dsp:nvSpPr>
        <dsp:cNvPr id="0" name=""/>
        <dsp:cNvSpPr/>
      </dsp:nvSpPr>
      <dsp:spPr>
        <a:xfrm>
          <a:off x="0" y="2077"/>
          <a:ext cx="752934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5FE8E4-199C-4B7B-A232-6DDBA348A53D}">
      <dsp:nvSpPr>
        <dsp:cNvPr id="0" name=""/>
        <dsp:cNvSpPr/>
      </dsp:nvSpPr>
      <dsp:spPr>
        <a:xfrm>
          <a:off x="0" y="2077"/>
          <a:ext cx="7529342" cy="141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900" i="0" kern="1200" baseline="0"/>
            <a:t>This project aims to develop an AI-driven virtual assistant within a VR environment to support mental health therapy.</a:t>
          </a:r>
          <a:endParaRPr lang="en-US" sz="2900" kern="1200"/>
        </a:p>
      </dsp:txBody>
      <dsp:txXfrm>
        <a:off x="0" y="2077"/>
        <a:ext cx="7529342" cy="1416956"/>
      </dsp:txXfrm>
    </dsp:sp>
    <dsp:sp modelId="{9E779DCF-A7B6-4BF4-AF4F-1E0705018DCA}">
      <dsp:nvSpPr>
        <dsp:cNvPr id="0" name=""/>
        <dsp:cNvSpPr/>
      </dsp:nvSpPr>
      <dsp:spPr>
        <a:xfrm>
          <a:off x="0" y="1419033"/>
          <a:ext cx="7529342" cy="0"/>
        </a:xfrm>
        <a:prstGeom prst="line">
          <a:avLst/>
        </a:prstGeom>
        <a:gradFill rotWithShape="0">
          <a:gsLst>
            <a:gs pos="0">
              <a:schemeClr val="accent2">
                <a:hueOff val="-734515"/>
                <a:satOff val="-16247"/>
                <a:lumOff val="-323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734515"/>
                <a:satOff val="-16247"/>
                <a:lumOff val="-323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734515"/>
              <a:satOff val="-16247"/>
              <a:lumOff val="-323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9511CD-5E9B-432A-ACD3-F0CE00610E56}">
      <dsp:nvSpPr>
        <dsp:cNvPr id="0" name=""/>
        <dsp:cNvSpPr/>
      </dsp:nvSpPr>
      <dsp:spPr>
        <a:xfrm>
          <a:off x="0" y="1419033"/>
          <a:ext cx="7529342" cy="141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900" i="0" kern="1200" baseline="0"/>
            <a:t>The system will use Natural Language Processing (NLP) to interact with users, analyze emotions, and offer personalized therapeutic experiences.</a:t>
          </a:r>
          <a:endParaRPr lang="en-US" sz="2900" kern="1200"/>
        </a:p>
      </dsp:txBody>
      <dsp:txXfrm>
        <a:off x="0" y="1419033"/>
        <a:ext cx="7529342" cy="1416956"/>
      </dsp:txXfrm>
    </dsp:sp>
    <dsp:sp modelId="{F0FFACD0-3CEE-470A-AE94-1D653991EA83}">
      <dsp:nvSpPr>
        <dsp:cNvPr id="0" name=""/>
        <dsp:cNvSpPr/>
      </dsp:nvSpPr>
      <dsp:spPr>
        <a:xfrm>
          <a:off x="0" y="2835990"/>
          <a:ext cx="7529342" cy="0"/>
        </a:xfrm>
        <a:prstGeom prst="line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A129733-7174-45AD-AB0C-AF1C2B912CC5}">
      <dsp:nvSpPr>
        <dsp:cNvPr id="0" name=""/>
        <dsp:cNvSpPr/>
      </dsp:nvSpPr>
      <dsp:spPr>
        <a:xfrm>
          <a:off x="0" y="2835990"/>
          <a:ext cx="7529342" cy="14169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PK" sz="2900" i="0" kern="1200" baseline="0"/>
            <a:t>If signs of stress or depression are detected, the assistant will trigger immersive VR simulations (e.g., calming nature scenes) to improve mood. </a:t>
          </a:r>
          <a:endParaRPr lang="en-US" sz="2900" kern="1200"/>
        </a:p>
      </dsp:txBody>
      <dsp:txXfrm>
        <a:off x="0" y="2835990"/>
        <a:ext cx="7529342" cy="14169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FDB1A3-5338-45A6-9303-333DC238D203}">
      <dsp:nvSpPr>
        <dsp:cNvPr id="0" name=""/>
        <dsp:cNvSpPr/>
      </dsp:nvSpPr>
      <dsp:spPr>
        <a:xfrm>
          <a:off x="147" y="1062080"/>
          <a:ext cx="1775718" cy="213086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402" tIns="0" rIns="17540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Develop an AI-Powered Virtual Assistant</a:t>
          </a:r>
        </a:p>
      </dsp:txBody>
      <dsp:txXfrm>
        <a:off x="147" y="1914425"/>
        <a:ext cx="1775718" cy="1278517"/>
      </dsp:txXfrm>
    </dsp:sp>
    <dsp:sp modelId="{79106AB3-D7D6-4E1F-BA4F-207554BC4177}">
      <dsp:nvSpPr>
        <dsp:cNvPr id="0" name=""/>
        <dsp:cNvSpPr/>
      </dsp:nvSpPr>
      <dsp:spPr>
        <a:xfrm>
          <a:off x="147" y="1062080"/>
          <a:ext cx="1775718" cy="85234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402" tIns="165100" rIns="175402" bIns="16510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01</a:t>
          </a:r>
        </a:p>
      </dsp:txBody>
      <dsp:txXfrm>
        <a:off x="147" y="1062080"/>
        <a:ext cx="1775718" cy="852345"/>
      </dsp:txXfrm>
    </dsp:sp>
    <dsp:sp modelId="{2CDDBDB6-2BD2-4F3C-AA87-950885096BF9}">
      <dsp:nvSpPr>
        <dsp:cNvPr id="0" name=""/>
        <dsp:cNvSpPr/>
      </dsp:nvSpPr>
      <dsp:spPr>
        <a:xfrm>
          <a:off x="1917923" y="1062080"/>
          <a:ext cx="1775718" cy="2130862"/>
        </a:xfrm>
        <a:prstGeom prst="rect">
          <a:avLst/>
        </a:prstGeom>
        <a:gradFill rotWithShape="0">
          <a:gsLst>
            <a:gs pos="0">
              <a:schemeClr val="accent2">
                <a:hueOff val="-489677"/>
                <a:satOff val="-10832"/>
                <a:lumOff val="-215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489677"/>
                <a:satOff val="-10832"/>
                <a:lumOff val="-215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489677"/>
              <a:satOff val="-10832"/>
              <a:lumOff val="-215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402" tIns="0" rIns="17540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Integrate NLP for Emotion Detection</a:t>
          </a:r>
        </a:p>
      </dsp:txBody>
      <dsp:txXfrm>
        <a:off x="1917923" y="1914425"/>
        <a:ext cx="1775718" cy="1278517"/>
      </dsp:txXfrm>
    </dsp:sp>
    <dsp:sp modelId="{9A23A99D-2D61-4D57-B250-ECE3181C61E1}">
      <dsp:nvSpPr>
        <dsp:cNvPr id="0" name=""/>
        <dsp:cNvSpPr/>
      </dsp:nvSpPr>
      <dsp:spPr>
        <a:xfrm>
          <a:off x="1917923" y="1062080"/>
          <a:ext cx="1775718" cy="85234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402" tIns="165100" rIns="175402" bIns="16510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02</a:t>
          </a:r>
        </a:p>
      </dsp:txBody>
      <dsp:txXfrm>
        <a:off x="1917923" y="1062080"/>
        <a:ext cx="1775718" cy="852345"/>
      </dsp:txXfrm>
    </dsp:sp>
    <dsp:sp modelId="{3C04904A-3FBE-425F-8B19-754F7C026A33}">
      <dsp:nvSpPr>
        <dsp:cNvPr id="0" name=""/>
        <dsp:cNvSpPr/>
      </dsp:nvSpPr>
      <dsp:spPr>
        <a:xfrm>
          <a:off x="3835699" y="1062080"/>
          <a:ext cx="1775718" cy="2130862"/>
        </a:xfrm>
        <a:prstGeom prst="rect">
          <a:avLst/>
        </a:prstGeom>
        <a:gradFill rotWithShape="0">
          <a:gsLst>
            <a:gs pos="0">
              <a:schemeClr val="accent2">
                <a:hueOff val="-979354"/>
                <a:satOff val="-21663"/>
                <a:lumOff val="-431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979354"/>
                <a:satOff val="-21663"/>
                <a:lumOff val="-431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979354"/>
              <a:satOff val="-21663"/>
              <a:lumOff val="-431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402" tIns="0" rIns="17540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Create Personalized VR Therapy Environments</a:t>
          </a:r>
        </a:p>
      </dsp:txBody>
      <dsp:txXfrm>
        <a:off x="3835699" y="1914425"/>
        <a:ext cx="1775718" cy="1278517"/>
      </dsp:txXfrm>
    </dsp:sp>
    <dsp:sp modelId="{DFB5E363-3ED4-493A-A8A2-5E24828F065A}">
      <dsp:nvSpPr>
        <dsp:cNvPr id="0" name=""/>
        <dsp:cNvSpPr/>
      </dsp:nvSpPr>
      <dsp:spPr>
        <a:xfrm>
          <a:off x="3835699" y="1062080"/>
          <a:ext cx="1775718" cy="85234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402" tIns="165100" rIns="175402" bIns="16510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03</a:t>
          </a:r>
        </a:p>
      </dsp:txBody>
      <dsp:txXfrm>
        <a:off x="3835699" y="1062080"/>
        <a:ext cx="1775718" cy="852345"/>
      </dsp:txXfrm>
    </dsp:sp>
    <dsp:sp modelId="{64BE75CE-43E9-4DB7-AC6C-37D2EB0D17EE}">
      <dsp:nvSpPr>
        <dsp:cNvPr id="0" name=""/>
        <dsp:cNvSpPr/>
      </dsp:nvSpPr>
      <dsp:spPr>
        <a:xfrm>
          <a:off x="5753476" y="1062080"/>
          <a:ext cx="1775718" cy="2130862"/>
        </a:xfrm>
        <a:prstGeom prst="rect">
          <a:avLst/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402" tIns="0" rIns="175402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Enhance User Engagement with Real-Time Feedback</a:t>
          </a:r>
        </a:p>
      </dsp:txBody>
      <dsp:txXfrm>
        <a:off x="5753476" y="1914425"/>
        <a:ext cx="1775718" cy="1278517"/>
      </dsp:txXfrm>
    </dsp:sp>
    <dsp:sp modelId="{20B59368-01BB-4918-A558-8D9976C37913}">
      <dsp:nvSpPr>
        <dsp:cNvPr id="0" name=""/>
        <dsp:cNvSpPr/>
      </dsp:nvSpPr>
      <dsp:spPr>
        <a:xfrm>
          <a:off x="5753476" y="1062080"/>
          <a:ext cx="1775718" cy="852345"/>
        </a:xfrm>
        <a:prstGeom prst="rect">
          <a:avLst/>
        </a:prstGeom>
        <a:noFill/>
        <a:ln w="9525" cap="flat" cmpd="sng" algn="ctr">
          <a:noFill/>
          <a:prstDash val="solid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5402" tIns="165100" rIns="175402" bIns="16510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04</a:t>
          </a:r>
        </a:p>
      </dsp:txBody>
      <dsp:txXfrm>
        <a:off x="5753476" y="1062080"/>
        <a:ext cx="1775718" cy="852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D26BA-CA3A-4582-AA10-6D5660F41054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7FEFC-8FCA-41F5-ADF8-28A5C6EE17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36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3716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1"/>
            <a:ext cx="2593182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10978" y="1122363"/>
            <a:ext cx="9890522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10978" y="3602038"/>
            <a:ext cx="9890522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62200" y="5410202"/>
            <a:ext cx="30861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10977" y="5410202"/>
            <a:ext cx="576549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34026" y="5410200"/>
            <a:ext cx="867475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350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482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087" y="1419227"/>
            <a:ext cx="1114425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4087" y="4424362"/>
            <a:ext cx="1114425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44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4087" y="2249486"/>
            <a:ext cx="5488188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6" y="2249486"/>
            <a:ext cx="5484612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86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087" y="619127"/>
            <a:ext cx="1114425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41272" y="2249486"/>
            <a:ext cx="5231006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4087" y="3073398"/>
            <a:ext cx="548819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00909" y="2249485"/>
            <a:ext cx="5227427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3073398"/>
            <a:ext cx="548461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847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1224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44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0044" y="609601"/>
            <a:ext cx="4338042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0726" y="592666"/>
            <a:ext cx="6627610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0044" y="2249486"/>
            <a:ext cx="4338042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40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089" y="609600"/>
            <a:ext cx="667632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03311" y="609602"/>
            <a:ext cx="4125026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4087" y="2249486"/>
            <a:ext cx="6676325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957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087" y="4304665"/>
            <a:ext cx="11151399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4088" y="606426"/>
            <a:ext cx="11151398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4035" y="5124020"/>
            <a:ext cx="11149716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81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139" y="609600"/>
            <a:ext cx="11144199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4087" y="4419600"/>
            <a:ext cx="11142516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972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6989" y="609600"/>
            <a:ext cx="10465596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5725" y="3365557"/>
            <a:ext cx="9846336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4088" y="4309919"/>
            <a:ext cx="1114425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1016451" y="732394"/>
            <a:ext cx="6858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854541" y="2764972"/>
            <a:ext cx="6858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9219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087" y="2134042"/>
            <a:ext cx="1114425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84035" y="4657655"/>
            <a:ext cx="11142568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18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284090" y="609600"/>
            <a:ext cx="1114424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284087" y="2674463"/>
            <a:ext cx="3596511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268908" y="3360263"/>
            <a:ext cx="3609827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79112" y="2677635"/>
            <a:ext cx="3582433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067239" y="3363435"/>
            <a:ext cx="3595309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833997" y="2674463"/>
            <a:ext cx="359433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833997" y="3360263"/>
            <a:ext cx="3594339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306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284088" y="609600"/>
            <a:ext cx="1114424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284090" y="4404596"/>
            <a:ext cx="3594645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284090" y="2666998"/>
            <a:ext cx="359464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284090" y="4980859"/>
            <a:ext cx="3594645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0185" y="4404596"/>
            <a:ext cx="360045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5050184" y="2666998"/>
            <a:ext cx="3598808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048542" y="4980857"/>
            <a:ext cx="360045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834138" y="4404595"/>
            <a:ext cx="3589584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833998" y="2666998"/>
            <a:ext cx="35943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833997" y="4980855"/>
            <a:ext cx="3594339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3450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232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72701" y="609600"/>
            <a:ext cx="2255637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84086" y="609600"/>
            <a:ext cx="8717164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148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3716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6074" y="1"/>
            <a:ext cx="13560624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84090" y="618518"/>
            <a:ext cx="1114424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4089" y="2249487"/>
            <a:ext cx="1114424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9036" y="588327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84088" y="5883276"/>
            <a:ext cx="70192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0862" y="5883275"/>
            <a:ext cx="8674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5650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>
            <a:extLst>
              <a:ext uri="{FF2B5EF4-FFF2-40B4-BE49-F238E27FC236}">
                <a16:creationId xmlns:a16="http://schemas.microsoft.com/office/drawing/2014/main" id="{5FF7B57D-FF7B-48B3-9F60-9BCEEECF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B95AFDF-FA7D-4311-9C65-6D507D92F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072" y="0"/>
            <a:ext cx="13560628" cy="6858001"/>
            <a:chOff x="-14288" y="0"/>
            <a:chExt cx="12053888" cy="685800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A5CCD98-20C1-4404-B788-FDA92F8A44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5" name="Rectangle 5">
                <a:extLst>
                  <a:ext uri="{FF2B5EF4-FFF2-40B4-BE49-F238E27FC236}">
                    <a16:creationId xmlns:a16="http://schemas.microsoft.com/office/drawing/2014/main" id="{C1424C76-B5C3-468E-86FA-8D9B269053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6" name="Freeform 6">
                <a:extLst>
                  <a:ext uri="{FF2B5EF4-FFF2-40B4-BE49-F238E27FC236}">
                    <a16:creationId xmlns:a16="http://schemas.microsoft.com/office/drawing/2014/main" id="{B3922267-72C9-403B-A6DE-7D0A43D554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7" name="Freeform 7">
                <a:extLst>
                  <a:ext uri="{FF2B5EF4-FFF2-40B4-BE49-F238E27FC236}">
                    <a16:creationId xmlns:a16="http://schemas.microsoft.com/office/drawing/2014/main" id="{7276DB68-2E8D-4723-852B-7476DD38FE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0A155711-4993-4D1E-89EA-A397C164F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9" name="Freeform 9">
                <a:extLst>
                  <a:ext uri="{FF2B5EF4-FFF2-40B4-BE49-F238E27FC236}">
                    <a16:creationId xmlns:a16="http://schemas.microsoft.com/office/drawing/2014/main" id="{2AB42136-2551-4CAA-857F-65FA3247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0" name="Freeform 10">
                <a:extLst>
                  <a:ext uri="{FF2B5EF4-FFF2-40B4-BE49-F238E27FC236}">
                    <a16:creationId xmlns:a16="http://schemas.microsoft.com/office/drawing/2014/main" id="{7C2ADEA1-EA3E-4C0E-A28E-460092F7FF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1" name="Freeform 11">
                <a:extLst>
                  <a:ext uri="{FF2B5EF4-FFF2-40B4-BE49-F238E27FC236}">
                    <a16:creationId xmlns:a16="http://schemas.microsoft.com/office/drawing/2014/main" id="{B04584B3-081C-4286-A840-AB5B16B10A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2" name="Freeform 12">
                <a:extLst>
                  <a:ext uri="{FF2B5EF4-FFF2-40B4-BE49-F238E27FC236}">
                    <a16:creationId xmlns:a16="http://schemas.microsoft.com/office/drawing/2014/main" id="{3AB388FD-C246-4936-A041-E0413A132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3" name="Freeform 13">
                <a:extLst>
                  <a:ext uri="{FF2B5EF4-FFF2-40B4-BE49-F238E27FC236}">
                    <a16:creationId xmlns:a16="http://schemas.microsoft.com/office/drawing/2014/main" id="{57692343-2D12-4F57-836C-945D407B68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4" name="Freeform 14">
                <a:extLst>
                  <a:ext uri="{FF2B5EF4-FFF2-40B4-BE49-F238E27FC236}">
                    <a16:creationId xmlns:a16="http://schemas.microsoft.com/office/drawing/2014/main" id="{062EE710-0210-4840-8698-E0DF1C6170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5" name="Freeform 15">
                <a:extLst>
                  <a:ext uri="{FF2B5EF4-FFF2-40B4-BE49-F238E27FC236}">
                    <a16:creationId xmlns:a16="http://schemas.microsoft.com/office/drawing/2014/main" id="{161892F4-6071-40CD-8E18-CDEE0C91B5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6" name="Line 16">
                <a:extLst>
                  <a:ext uri="{FF2B5EF4-FFF2-40B4-BE49-F238E27FC236}">
                    <a16:creationId xmlns:a16="http://schemas.microsoft.com/office/drawing/2014/main" id="{3E6BBE44-8D88-407D-B1C6-10C89DD6173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ShapeType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1E90AE6E-328E-4730-825C-B5130F5CFC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24EC969F-6E4A-4163-ABDA-4674429A3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1B735C94-B049-42C6-9DEF-5DB70D58CE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0" name="Freeform 20">
                <a:extLst>
                  <a:ext uri="{FF2B5EF4-FFF2-40B4-BE49-F238E27FC236}">
                    <a16:creationId xmlns:a16="http://schemas.microsoft.com/office/drawing/2014/main" id="{051C02E6-1954-478B-AEAE-BF8F36BE94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1" name="Rectangle 21">
                <a:extLst>
                  <a:ext uri="{FF2B5EF4-FFF2-40B4-BE49-F238E27FC236}">
                    <a16:creationId xmlns:a16="http://schemas.microsoft.com/office/drawing/2014/main" id="{6710B1C0-310A-48D0-B824-459D9AFC2F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2" name="Freeform 22">
                <a:extLst>
                  <a:ext uri="{FF2B5EF4-FFF2-40B4-BE49-F238E27FC236}">
                    <a16:creationId xmlns:a16="http://schemas.microsoft.com/office/drawing/2014/main" id="{1204A606-D9A6-4DC6-9F0E-D516EA1EB9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3" name="Freeform 23">
                <a:extLst>
                  <a:ext uri="{FF2B5EF4-FFF2-40B4-BE49-F238E27FC236}">
                    <a16:creationId xmlns:a16="http://schemas.microsoft.com/office/drawing/2014/main" id="{EE569555-0243-4979-A537-C9B4AFD5F2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4" name="Freeform 24">
                <a:extLst>
                  <a:ext uri="{FF2B5EF4-FFF2-40B4-BE49-F238E27FC236}">
                    <a16:creationId xmlns:a16="http://schemas.microsoft.com/office/drawing/2014/main" id="{D52A977D-4993-48AF-A792-F2DE09639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5" name="Freeform 25">
                <a:extLst>
                  <a:ext uri="{FF2B5EF4-FFF2-40B4-BE49-F238E27FC236}">
                    <a16:creationId xmlns:a16="http://schemas.microsoft.com/office/drawing/2014/main" id="{93CFF2DC-E52E-4D99-97D5-B0D7B792E5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6" name="Freeform 26">
                <a:extLst>
                  <a:ext uri="{FF2B5EF4-FFF2-40B4-BE49-F238E27FC236}">
                    <a16:creationId xmlns:a16="http://schemas.microsoft.com/office/drawing/2014/main" id="{5E175372-AF09-42A7-B3D0-226C834891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7" name="Freeform 27">
                <a:extLst>
                  <a:ext uri="{FF2B5EF4-FFF2-40B4-BE49-F238E27FC236}">
                    <a16:creationId xmlns:a16="http://schemas.microsoft.com/office/drawing/2014/main" id="{ABF20BA9-F4B2-49EA-A573-578B189774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8" name="Freeform 28">
                <a:extLst>
                  <a:ext uri="{FF2B5EF4-FFF2-40B4-BE49-F238E27FC236}">
                    <a16:creationId xmlns:a16="http://schemas.microsoft.com/office/drawing/2014/main" id="{AA3A7A4B-C811-4E23-8BFD-5823A032DA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49" name="Freeform 29">
                <a:extLst>
                  <a:ext uri="{FF2B5EF4-FFF2-40B4-BE49-F238E27FC236}">
                    <a16:creationId xmlns:a16="http://schemas.microsoft.com/office/drawing/2014/main" id="{47537781-F057-4B97-AD8F-12FE9BE599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50" name="Freeform 30">
                <a:extLst>
                  <a:ext uri="{FF2B5EF4-FFF2-40B4-BE49-F238E27FC236}">
                    <a16:creationId xmlns:a16="http://schemas.microsoft.com/office/drawing/2014/main" id="{078883C7-EB52-4BB7-A9A7-F8C046A833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51" name="Freeform 31">
                <a:extLst>
                  <a:ext uri="{FF2B5EF4-FFF2-40B4-BE49-F238E27FC236}">
                    <a16:creationId xmlns:a16="http://schemas.microsoft.com/office/drawing/2014/main" id="{63CCBBF8-5972-4ED3-AB5B-46DC425B17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8C19883-37FB-437C-A3AA-89AA6239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5" name="Freeform 32">
                <a:extLst>
                  <a:ext uri="{FF2B5EF4-FFF2-40B4-BE49-F238E27FC236}">
                    <a16:creationId xmlns:a16="http://schemas.microsoft.com/office/drawing/2014/main" id="{AF1753DD-4CEF-45EC-B952-90EA8895D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6" name="Freeform 33">
                <a:extLst>
                  <a:ext uri="{FF2B5EF4-FFF2-40B4-BE49-F238E27FC236}">
                    <a16:creationId xmlns:a16="http://schemas.microsoft.com/office/drawing/2014/main" id="{5B9356DB-C1BE-4D76-8FA7-4FBAA12D1D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7" name="Freeform 34">
                <a:extLst>
                  <a:ext uri="{FF2B5EF4-FFF2-40B4-BE49-F238E27FC236}">
                    <a16:creationId xmlns:a16="http://schemas.microsoft.com/office/drawing/2014/main" id="{C4F59561-572D-42BA-A6FD-F3AFA1A394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8" name="Freeform 35">
                <a:extLst>
                  <a:ext uri="{FF2B5EF4-FFF2-40B4-BE49-F238E27FC236}">
                    <a16:creationId xmlns:a16="http://schemas.microsoft.com/office/drawing/2014/main" id="{BB7A51A1-D509-4494-BAE2-1B96CAD4DB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19" name="Freeform 36">
                <a:extLst>
                  <a:ext uri="{FF2B5EF4-FFF2-40B4-BE49-F238E27FC236}">
                    <a16:creationId xmlns:a16="http://schemas.microsoft.com/office/drawing/2014/main" id="{D3FE0B5A-55DE-4E56-8E9B-B92D1DB9A8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0" name="Freeform 37">
                <a:extLst>
                  <a:ext uri="{FF2B5EF4-FFF2-40B4-BE49-F238E27FC236}">
                    <a16:creationId xmlns:a16="http://schemas.microsoft.com/office/drawing/2014/main" id="{F125661C-3A0E-4B6E-B2AB-1B08C89251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1" name="Freeform 38">
                <a:extLst>
                  <a:ext uri="{FF2B5EF4-FFF2-40B4-BE49-F238E27FC236}">
                    <a16:creationId xmlns:a16="http://schemas.microsoft.com/office/drawing/2014/main" id="{39304006-EE77-438A-A0D1-537322356C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2" name="Freeform 39">
                <a:extLst>
                  <a:ext uri="{FF2B5EF4-FFF2-40B4-BE49-F238E27FC236}">
                    <a16:creationId xmlns:a16="http://schemas.microsoft.com/office/drawing/2014/main" id="{C6031DEB-4109-4049-82CF-DD06483A2C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3" name="Freeform 40">
                <a:extLst>
                  <a:ext uri="{FF2B5EF4-FFF2-40B4-BE49-F238E27FC236}">
                    <a16:creationId xmlns:a16="http://schemas.microsoft.com/office/drawing/2014/main" id="{65FC2657-18D6-4490-88D6-32E6B1C6FB1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EditPoint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  <p:sp>
            <p:nvSpPr>
              <p:cNvPr id="24" name="Rectangle 41">
                <a:extLst>
                  <a:ext uri="{FF2B5EF4-FFF2-40B4-BE49-F238E27FC236}">
                    <a16:creationId xmlns:a16="http://schemas.microsoft.com/office/drawing/2014/main" id="{20BEA03B-3EAD-4FA2-BC9D-25A14D635C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rrowheads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:p14="http://schemas.microsoft.com/office/powerpoint/2010/main" xmlns:a16="http://schemas.microsoft.com/office/drawing/2014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PK"/>
              </a:p>
            </p:txBody>
          </p:sp>
        </p:grpSp>
      </p:grp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491BF1-25CC-A8DD-98B8-C051122D95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089" y="618518"/>
            <a:ext cx="5016697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/>
              <a:t>AI-Powered VR Therapy for Mental Health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7DB28-48AB-6AFC-D031-000910C72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4088" y="2249487"/>
            <a:ext cx="5016698" cy="3965046"/>
          </a:xfr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 : </a:t>
            </a:r>
          </a:p>
          <a:p>
            <a:r>
              <a:rPr lang="en-US" sz="21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Nabia</a:t>
            </a:r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Khalid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PRESENTORS :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(AI-S25-07)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Babar </a:t>
            </a:r>
            <a:r>
              <a:rPr lang="en-US" sz="21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endParaRPr lang="en-US" sz="21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01-136221-051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Taqui</a:t>
            </a:r>
          </a:p>
          <a:p>
            <a:r>
              <a:rPr lang="en-US" sz="21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01-136221-021</a:t>
            </a:r>
          </a:p>
        </p:txBody>
      </p: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40313404-DB45-B54A-D4C8-72CFB4DD71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29149" y="618518"/>
            <a:ext cx="5596015" cy="5596015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57" name="Group 56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37339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58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2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3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4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5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6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7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8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2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3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5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6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7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8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9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0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1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2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3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3604047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371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862" y="-11384"/>
            <a:ext cx="137339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8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2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3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5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6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8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79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0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1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2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3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5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6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7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8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9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0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1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3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pic>
        <p:nvPicPr>
          <p:cNvPr id="95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" y="-2"/>
            <a:ext cx="4569216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Rectangle 96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562573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9" name="Group 98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38" y="-9998"/>
            <a:ext cx="137339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0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1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2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3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4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5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6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7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8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9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0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1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12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3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4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5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6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7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8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9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0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1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2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3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4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5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26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pic>
        <p:nvPicPr>
          <p:cNvPr id="128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" y="-13238"/>
            <a:ext cx="457055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7491DB7-24CE-A419-C1F7-5AAC2BD01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996" y="1134681"/>
            <a:ext cx="3086224" cy="4255025"/>
          </a:xfrm>
        </p:spPr>
        <p:txBody>
          <a:bodyPr>
            <a:norm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PK" sz="28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0" name="Rectangle 3">
            <a:extLst>
              <a:ext uri="{FF2B5EF4-FFF2-40B4-BE49-F238E27FC236}">
                <a16:creationId xmlns:a16="http://schemas.microsoft.com/office/drawing/2014/main" id="{F66A6B05-C408-7EC9-8F33-84D10A5FF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036702"/>
              </p:ext>
            </p:extLst>
          </p:nvPr>
        </p:nvGraphicFramePr>
        <p:xfrm>
          <a:off x="5244962" y="1134682"/>
          <a:ext cx="7529342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36219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4B9C16B-AC4A-44ED-9075-F76549B4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371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2A2FEB6-F419-4684-9ABC-9E32E012E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862" y="-11384"/>
            <a:ext cx="137339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21E24A15-28D6-4CEB-9268-0BB0BEEAF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45933F-9633-4510-90E1-08B0E2A19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C68A48FB-1BE4-4053-A76F-5A5511BA0E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149777B-6A9F-4C95-BF44-F964645071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0654845E-622A-4AD3-8F3A-6E1DEAB5F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DF1C0739-3D08-4C83-857E-B0724A6E8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D235EAA0-7D5A-453A-9643-EE7A4954EA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94C6FB7C-72DE-42DE-8F58-CCE9B8F556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FE31E0FE-EC8D-4EA7-BD9D-02F8C54F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69FE4B12-13E0-48F9-9E18-66406B8D3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87FAADC3-B321-43EE-B8F3-2842D8409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90461464-1683-402F-A72B-8558CC6777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70F594E7-32D0-45B9-A3CF-636CF6FCB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8AEF60E1-26C2-4E3C-B839-347DDD23C3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792FE54B-EE9D-4E57-B6BC-6A9196BE8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72BE56DF-619D-463E-8F88-CABA09DA8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C7430457-1935-4BBF-A6A7-7C3125A02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BB006150-E547-4E84-A2B1-59131F3D5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5A8CD074-956B-41A4-870B-001554B69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070C253B-974E-459F-AD0B-705722482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BBC07B3D-A631-44EA-861A-7D80383A10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32039DC6-B4CF-4A5A-8D17-3A568D125C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99E0C81F-5D8D-4AF8-BDE5-4DF75868F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0D946680-855C-41EC-BBA2-61F6F776E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E6FAD9E8-6E13-45A0-A5D6-8BCAD27B4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0CCBC8FA-0581-454F-9FD1-6B6102A1A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5D6C328F-65A5-41E8-86E9-E4E638CC3B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pic>
        <p:nvPicPr>
          <p:cNvPr id="41" name="Picture 2">
            <a:extLst>
              <a:ext uri="{FF2B5EF4-FFF2-40B4-BE49-F238E27FC236}">
                <a16:creationId xmlns:a16="http://schemas.microsoft.com/office/drawing/2014/main" id="{3E94A106-9341-485C-9057-9D62B2BD0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" y="-2"/>
            <a:ext cx="4569216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B53044DC-4918-43DA-B49D-91673C6C94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562573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DCE6B36-1420-43AB-86CF-4E653A51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38" y="-9998"/>
            <a:ext cx="137339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46" name="Rectangle 5">
              <a:extLst>
                <a:ext uri="{FF2B5EF4-FFF2-40B4-BE49-F238E27FC236}">
                  <a16:creationId xmlns:a16="http://schemas.microsoft.com/office/drawing/2014/main" id="{72626E0B-9628-468E-A713-011C02F602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93F7977A-BD91-4B0D-9A8D-372DB67AD8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9FEE6A56-01A1-404D-864E-1C2587C9AF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E74DBBF2-EF6F-4E3E-B183-F8EEE7609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ABCF0F27-B056-474C-A0FB-1DB747A92F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0A0A5B7B-BA2A-45CC-AABE-9D5B08A5D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3C9A5D2B-1787-4954-9108-B9D497A87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3" name="Freeform 12">
              <a:extLst>
                <a:ext uri="{FF2B5EF4-FFF2-40B4-BE49-F238E27FC236}">
                  <a16:creationId xmlns:a16="http://schemas.microsoft.com/office/drawing/2014/main" id="{818C4F8B-7556-49A7-83C6-C8F631F6A9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4" name="Freeform 13">
              <a:extLst>
                <a:ext uri="{FF2B5EF4-FFF2-40B4-BE49-F238E27FC236}">
                  <a16:creationId xmlns:a16="http://schemas.microsoft.com/office/drawing/2014/main" id="{22BED614-D078-47EA-9C72-190217FDD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73DE0BF2-86D7-4038-AC4B-AF0F116A5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6" name="Freeform 15">
              <a:extLst>
                <a:ext uri="{FF2B5EF4-FFF2-40B4-BE49-F238E27FC236}">
                  <a16:creationId xmlns:a16="http://schemas.microsoft.com/office/drawing/2014/main" id="{11D8BB55-D027-420C-9EF9-49B3BA79D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7" name="Line 16">
              <a:extLst>
                <a:ext uri="{FF2B5EF4-FFF2-40B4-BE49-F238E27FC236}">
                  <a16:creationId xmlns:a16="http://schemas.microsoft.com/office/drawing/2014/main" id="{3FAEF5CE-07ED-46A7-9777-D86C70719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8" name="Freeform 17">
              <a:extLst>
                <a:ext uri="{FF2B5EF4-FFF2-40B4-BE49-F238E27FC236}">
                  <a16:creationId xmlns:a16="http://schemas.microsoft.com/office/drawing/2014/main" id="{29CAFB1A-357C-4313-B734-1CD4E4F9D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59" name="Freeform 18">
              <a:extLst>
                <a:ext uri="{FF2B5EF4-FFF2-40B4-BE49-F238E27FC236}">
                  <a16:creationId xmlns:a16="http://schemas.microsoft.com/office/drawing/2014/main" id="{653161D3-8634-4BB7-A2BC-028C4EAA1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0" name="Freeform 19">
              <a:extLst>
                <a:ext uri="{FF2B5EF4-FFF2-40B4-BE49-F238E27FC236}">
                  <a16:creationId xmlns:a16="http://schemas.microsoft.com/office/drawing/2014/main" id="{9537546A-6FF1-408B-AFE2-BBF7D348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1" name="Freeform 20">
              <a:extLst>
                <a:ext uri="{FF2B5EF4-FFF2-40B4-BE49-F238E27FC236}">
                  <a16:creationId xmlns:a16="http://schemas.microsoft.com/office/drawing/2014/main" id="{F73EE662-79B7-404B-B1B8-0E096BE4C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2" name="Rectangle 21">
              <a:extLst>
                <a:ext uri="{FF2B5EF4-FFF2-40B4-BE49-F238E27FC236}">
                  <a16:creationId xmlns:a16="http://schemas.microsoft.com/office/drawing/2014/main" id="{B6DDB906-1F52-4D64-8493-4816EDDD3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3" name="Freeform 22">
              <a:extLst>
                <a:ext uri="{FF2B5EF4-FFF2-40B4-BE49-F238E27FC236}">
                  <a16:creationId xmlns:a16="http://schemas.microsoft.com/office/drawing/2014/main" id="{4FA472A5-ABEA-4961-897B-7EB96AF09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4" name="Freeform 23">
              <a:extLst>
                <a:ext uri="{FF2B5EF4-FFF2-40B4-BE49-F238E27FC236}">
                  <a16:creationId xmlns:a16="http://schemas.microsoft.com/office/drawing/2014/main" id="{54226E99-C38F-4456-A1F8-8897483FD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5" name="Freeform 24">
              <a:extLst>
                <a:ext uri="{FF2B5EF4-FFF2-40B4-BE49-F238E27FC236}">
                  <a16:creationId xmlns:a16="http://schemas.microsoft.com/office/drawing/2014/main" id="{0A4A0196-A383-4629-B9A5-9C87E846C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6" name="Freeform 25">
              <a:extLst>
                <a:ext uri="{FF2B5EF4-FFF2-40B4-BE49-F238E27FC236}">
                  <a16:creationId xmlns:a16="http://schemas.microsoft.com/office/drawing/2014/main" id="{BA5E608D-2E7B-4662-A9A0-18D4E0F0DC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7" name="Freeform 26">
              <a:extLst>
                <a:ext uri="{FF2B5EF4-FFF2-40B4-BE49-F238E27FC236}">
                  <a16:creationId xmlns:a16="http://schemas.microsoft.com/office/drawing/2014/main" id="{5E211F37-790F-4BD7-B055-022AE0C2E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8" name="Freeform 27">
              <a:extLst>
                <a:ext uri="{FF2B5EF4-FFF2-40B4-BE49-F238E27FC236}">
                  <a16:creationId xmlns:a16="http://schemas.microsoft.com/office/drawing/2014/main" id="{96F375D0-232A-490A-9499-CB5FBA3F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Freeform 28">
              <a:extLst>
                <a:ext uri="{FF2B5EF4-FFF2-40B4-BE49-F238E27FC236}">
                  <a16:creationId xmlns:a16="http://schemas.microsoft.com/office/drawing/2014/main" id="{6B33B423-FD0F-4780-A0D6-32FC040B37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Freeform 29">
              <a:extLst>
                <a:ext uri="{FF2B5EF4-FFF2-40B4-BE49-F238E27FC236}">
                  <a16:creationId xmlns:a16="http://schemas.microsoft.com/office/drawing/2014/main" id="{B6BD1710-838F-4CDD-A000-C6C710A6A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Freeform 30">
              <a:extLst>
                <a:ext uri="{FF2B5EF4-FFF2-40B4-BE49-F238E27FC236}">
                  <a16:creationId xmlns:a16="http://schemas.microsoft.com/office/drawing/2014/main" id="{0BB93533-1C95-4B0A-B0E2-168602B085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2" name="Freeform 31">
              <a:extLst>
                <a:ext uri="{FF2B5EF4-FFF2-40B4-BE49-F238E27FC236}">
                  <a16:creationId xmlns:a16="http://schemas.microsoft.com/office/drawing/2014/main" id="{CB0B113D-1987-4D89-A475-511E092FE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dgm="http://schemas.openxmlformats.org/drawingml/2006/diagram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pic>
        <p:nvPicPr>
          <p:cNvPr id="74" name="Picture 2">
            <a:extLst>
              <a:ext uri="{FF2B5EF4-FFF2-40B4-BE49-F238E27FC236}">
                <a16:creationId xmlns:a16="http://schemas.microsoft.com/office/drawing/2014/main" id="{9BE36DBF-0333-4D36-A5BF-81FDA2406F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" y="-13238"/>
            <a:ext cx="4570558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dgm="http://schemas.openxmlformats.org/drawingml/2006/diagram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20E1AC-357A-DA88-5CFA-0027F306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996" y="1134681"/>
            <a:ext cx="3086224" cy="4255025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Objectives</a:t>
            </a:r>
            <a:endParaRPr lang="en-PK" b="1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259AA4E-09B3-C21F-DBA5-BC1636CD3E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691088"/>
              </p:ext>
            </p:extLst>
          </p:nvPr>
        </p:nvGraphicFramePr>
        <p:xfrm>
          <a:off x="5244962" y="1134682"/>
          <a:ext cx="7529342" cy="42550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55499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AE4726C-1831-4FE3-9A11-227F0DC2F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13716003" cy="6858001"/>
            <a:chOff x="0" y="-1"/>
            <a:chExt cx="12192003" cy="6858001"/>
          </a:xfrm>
        </p:grpSpPr>
        <p:sp useBgFill="1">
          <p:nvSpPr>
            <p:cNvPr id="7" name="Rectangle 6">
              <a:extLst>
                <a:ext uri="{FF2B5EF4-FFF2-40B4-BE49-F238E27FC236}">
                  <a16:creationId xmlns:a16="http://schemas.microsoft.com/office/drawing/2014/main" id="{B651D7F7-8C54-448E-A268-1CBFAD87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-1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2">
              <a:extLst>
                <a:ext uri="{FF2B5EF4-FFF2-40B4-BE49-F238E27FC236}">
                  <a16:creationId xmlns:a16="http://schemas.microsoft.com/office/drawing/2014/main" id="{E3B56E94-40E1-489A-98B2-A3238D66A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 noChangeArrowheads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alphaModFix amt="30000"/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2192003" cy="6858001"/>
            </a:xfrm>
            <a:prstGeom prst="rect">
              <a:avLst/>
            </a:prstGeom>
            <a:noFill/>
            <a:extLst>
              <a:ext uri="{909E8E84-426E-40dd-AFC4-6F175D3DCCD1}">
                <a14:hiddenFill xmlns:p14="http://schemas.microsoft.com/office/powerpoint/2010/main" xmlns:a14="http://schemas.microsoft.com/office/drawing/2010/main" xmlns:a16="http://schemas.microsoft.com/office/drawing/2014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03C90FD-869A-3493-C17E-499818B28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1284" y="618518"/>
            <a:ext cx="6807052" cy="1478570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Computer Generated Lights">
            <a:extLst>
              <a:ext uri="{FF2B5EF4-FFF2-40B4-BE49-F238E27FC236}">
                <a16:creationId xmlns:a16="http://schemas.microsoft.com/office/drawing/2014/main" id="{970D0ABA-3FC5-2E73-B68A-B44E04FAFE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589" r="27139"/>
          <a:stretch/>
        </p:blipFill>
        <p:spPr>
          <a:xfrm>
            <a:off x="-6296" y="10"/>
            <a:ext cx="5215030" cy="685799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E916825F-759B-4F1A-BA80-AF7137691E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0"/>
            <a:ext cx="2593206" cy="6858001"/>
            <a:chOff x="0" y="0"/>
            <a:chExt cx="2305051" cy="6858001"/>
          </a:xfrm>
          <a:solidFill>
            <a:schemeClr val="tx1">
              <a:alpha val="70000"/>
            </a:schemeClr>
          </a:solidFill>
          <a:effectLst/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AF64541-DE3B-4DBB-84E1-907956469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175DCC0-514A-4CA1-AD9A-1BB0FFF1B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0371924-94D9-48AF-9D5B-6471775B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C964FF9-A41A-438C-A22B-62690C98F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61716CD6-1875-4567-B3E2-364CD0960D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1" name="Freeform 10">
              <a:extLst>
                <a:ext uri="{FF2B5EF4-FFF2-40B4-BE49-F238E27FC236}">
                  <a16:creationId xmlns:a16="http://schemas.microsoft.com/office/drawing/2014/main" id="{31A293D3-7189-453D-AB91-1291AAFF3D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2" name="Freeform 11">
              <a:extLst>
                <a:ext uri="{FF2B5EF4-FFF2-40B4-BE49-F238E27FC236}">
                  <a16:creationId xmlns:a16="http://schemas.microsoft.com/office/drawing/2014/main" id="{87CB4EFE-58B3-4326-9CFB-A2AFADDFA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3" name="Freeform 12">
              <a:extLst>
                <a:ext uri="{FF2B5EF4-FFF2-40B4-BE49-F238E27FC236}">
                  <a16:creationId xmlns:a16="http://schemas.microsoft.com/office/drawing/2014/main" id="{249CF4D3-B5A3-4287-BC9D-E9BB8FA6E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4" name="Freeform 13">
              <a:extLst>
                <a:ext uri="{FF2B5EF4-FFF2-40B4-BE49-F238E27FC236}">
                  <a16:creationId xmlns:a16="http://schemas.microsoft.com/office/drawing/2014/main" id="{4D2515F2-4D11-41AF-A6B1-7D084BEA9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5" name="Freeform 14">
              <a:extLst>
                <a:ext uri="{FF2B5EF4-FFF2-40B4-BE49-F238E27FC236}">
                  <a16:creationId xmlns:a16="http://schemas.microsoft.com/office/drawing/2014/main" id="{331BCBF4-0DC2-426E-84B3-AE38E403C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6" name="Freeform 15">
              <a:extLst>
                <a:ext uri="{FF2B5EF4-FFF2-40B4-BE49-F238E27FC236}">
                  <a16:creationId xmlns:a16="http://schemas.microsoft.com/office/drawing/2014/main" id="{EC8AF156-0BE9-437D-A83B-87364146D0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7" name="Freeform 16">
              <a:extLst>
                <a:ext uri="{FF2B5EF4-FFF2-40B4-BE49-F238E27FC236}">
                  <a16:creationId xmlns:a16="http://schemas.microsoft.com/office/drawing/2014/main" id="{AC8CB256-3F62-4406-88F5-CE2421FF25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8" name="Freeform 17">
              <a:extLst>
                <a:ext uri="{FF2B5EF4-FFF2-40B4-BE49-F238E27FC236}">
                  <a16:creationId xmlns:a16="http://schemas.microsoft.com/office/drawing/2014/main" id="{F3E812EB-415E-4B60-B0FB-65386882CE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79" name="Freeform 18">
              <a:extLst>
                <a:ext uri="{FF2B5EF4-FFF2-40B4-BE49-F238E27FC236}">
                  <a16:creationId xmlns:a16="http://schemas.microsoft.com/office/drawing/2014/main" id="{EB4C95D7-8E6D-45EC-8CA1-9123D718E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0" name="Freeform 19">
              <a:extLst>
                <a:ext uri="{FF2B5EF4-FFF2-40B4-BE49-F238E27FC236}">
                  <a16:creationId xmlns:a16="http://schemas.microsoft.com/office/drawing/2014/main" id="{83F62FD2-2F62-4495-997C-8BD7F95AB8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1" name="Freeform 20">
              <a:extLst>
                <a:ext uri="{FF2B5EF4-FFF2-40B4-BE49-F238E27FC236}">
                  <a16:creationId xmlns:a16="http://schemas.microsoft.com/office/drawing/2014/main" id="{B7DFE0F9-22A3-4846-8D4E-0D193BD32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2" name="Freeform 21">
              <a:extLst>
                <a:ext uri="{FF2B5EF4-FFF2-40B4-BE49-F238E27FC236}">
                  <a16:creationId xmlns:a16="http://schemas.microsoft.com/office/drawing/2014/main" id="{244DAF25-7415-491A-9FF6-E04BC2DC2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3" name="Freeform 22">
              <a:extLst>
                <a:ext uri="{FF2B5EF4-FFF2-40B4-BE49-F238E27FC236}">
                  <a16:creationId xmlns:a16="http://schemas.microsoft.com/office/drawing/2014/main" id="{7ACA3646-863C-4D00-A58A-62C7FE71C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4" name="Freeform 23">
              <a:extLst>
                <a:ext uri="{FF2B5EF4-FFF2-40B4-BE49-F238E27FC236}">
                  <a16:creationId xmlns:a16="http://schemas.microsoft.com/office/drawing/2014/main" id="{0EA18B38-BD42-45ED-8458-FB205DBC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5" name="Freeform 24">
              <a:extLst>
                <a:ext uri="{FF2B5EF4-FFF2-40B4-BE49-F238E27FC236}">
                  <a16:creationId xmlns:a16="http://schemas.microsoft.com/office/drawing/2014/main" id="{45302917-5DBE-4CF2-B52F-478F93FDDE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6" name="Freeform 25">
              <a:extLst>
                <a:ext uri="{FF2B5EF4-FFF2-40B4-BE49-F238E27FC236}">
                  <a16:creationId xmlns:a16="http://schemas.microsoft.com/office/drawing/2014/main" id="{8E61E6FD-D40E-479C-ABE9-2B69AE20D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7" name="Freeform 26">
              <a:extLst>
                <a:ext uri="{FF2B5EF4-FFF2-40B4-BE49-F238E27FC236}">
                  <a16:creationId xmlns:a16="http://schemas.microsoft.com/office/drawing/2014/main" id="{2F4DEB4F-F824-48D7-AF9B-B5D905DCD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8" name="Freeform 27">
              <a:extLst>
                <a:ext uri="{FF2B5EF4-FFF2-40B4-BE49-F238E27FC236}">
                  <a16:creationId xmlns:a16="http://schemas.microsoft.com/office/drawing/2014/main" id="{F76CFA02-6090-4464-B573-BCA350C901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89" name="Freeform 28">
              <a:extLst>
                <a:ext uri="{FF2B5EF4-FFF2-40B4-BE49-F238E27FC236}">
                  <a16:creationId xmlns:a16="http://schemas.microsoft.com/office/drawing/2014/main" id="{51BE8BEC-76C7-41FE-AB76-35194C2442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0" name="Freeform 29">
              <a:extLst>
                <a:ext uri="{FF2B5EF4-FFF2-40B4-BE49-F238E27FC236}">
                  <a16:creationId xmlns:a16="http://schemas.microsoft.com/office/drawing/2014/main" id="{710F61D4-3B34-45A9-B9B7-CE0373AB4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1" name="Freeform 30">
              <a:extLst>
                <a:ext uri="{FF2B5EF4-FFF2-40B4-BE49-F238E27FC236}">
                  <a16:creationId xmlns:a16="http://schemas.microsoft.com/office/drawing/2014/main" id="{451F080F-4CFB-4626-87CA-BB4CACA1C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2" name="Freeform 31">
              <a:extLst>
                <a:ext uri="{FF2B5EF4-FFF2-40B4-BE49-F238E27FC236}">
                  <a16:creationId xmlns:a16="http://schemas.microsoft.com/office/drawing/2014/main" id="{667BBD71-2295-4A66-B76C-F82175C2B0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3" name="Freeform 32">
              <a:extLst>
                <a:ext uri="{FF2B5EF4-FFF2-40B4-BE49-F238E27FC236}">
                  <a16:creationId xmlns:a16="http://schemas.microsoft.com/office/drawing/2014/main" id="{B6644DE8-5BD1-4D5F-B245-0D3A21BCE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A4DE8FD0-E681-4D9C-85C2-BEA4C2B3A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5" name="Freeform 34">
              <a:extLst>
                <a:ext uri="{FF2B5EF4-FFF2-40B4-BE49-F238E27FC236}">
                  <a16:creationId xmlns:a16="http://schemas.microsoft.com/office/drawing/2014/main" id="{D46033BD-1026-4388-B926-9D11E1D7C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6" name="Freeform 35">
              <a:extLst>
                <a:ext uri="{FF2B5EF4-FFF2-40B4-BE49-F238E27FC236}">
                  <a16:creationId xmlns:a16="http://schemas.microsoft.com/office/drawing/2014/main" id="{1FA74D4C-2E28-42C5-A7FA-3C7D6BD8B7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7" name="Freeform 36">
              <a:extLst>
                <a:ext uri="{FF2B5EF4-FFF2-40B4-BE49-F238E27FC236}">
                  <a16:creationId xmlns:a16="http://schemas.microsoft.com/office/drawing/2014/main" id="{FADF7B3F-903C-456C-983E-C9868DDAB9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8" name="Freeform 37">
              <a:extLst>
                <a:ext uri="{FF2B5EF4-FFF2-40B4-BE49-F238E27FC236}">
                  <a16:creationId xmlns:a16="http://schemas.microsoft.com/office/drawing/2014/main" id="{033F8698-1549-44AD-8DAD-0055D7B807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99" name="Freeform 38">
              <a:extLst>
                <a:ext uri="{FF2B5EF4-FFF2-40B4-BE49-F238E27FC236}">
                  <a16:creationId xmlns:a16="http://schemas.microsoft.com/office/drawing/2014/main" id="{F1BDD4B6-46FD-4048-ADF1-32EADD9E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0" name="Freeform 39">
              <a:extLst>
                <a:ext uri="{FF2B5EF4-FFF2-40B4-BE49-F238E27FC236}">
                  <a16:creationId xmlns:a16="http://schemas.microsoft.com/office/drawing/2014/main" id="{E7F387A7-B3BF-4B1A-BFCA-2D21AD3DFE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1" name="Freeform 40">
              <a:extLst>
                <a:ext uri="{FF2B5EF4-FFF2-40B4-BE49-F238E27FC236}">
                  <a16:creationId xmlns:a16="http://schemas.microsoft.com/office/drawing/2014/main" id="{7A1B6BC8-EA82-459D-A0E0-4EBE394E71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2" name="Freeform 41">
              <a:extLst>
                <a:ext uri="{FF2B5EF4-FFF2-40B4-BE49-F238E27FC236}">
                  <a16:creationId xmlns:a16="http://schemas.microsoft.com/office/drawing/2014/main" id="{8B94E190-DDC2-4545-906F-A1699BD73D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3" name="Freeform 42">
              <a:extLst>
                <a:ext uri="{FF2B5EF4-FFF2-40B4-BE49-F238E27FC236}">
                  <a16:creationId xmlns:a16="http://schemas.microsoft.com/office/drawing/2014/main" id="{D9807239-A5BA-4BB3-9194-BCE3B2F21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4" name="Freeform 43">
              <a:extLst>
                <a:ext uri="{FF2B5EF4-FFF2-40B4-BE49-F238E27FC236}">
                  <a16:creationId xmlns:a16="http://schemas.microsoft.com/office/drawing/2014/main" id="{04D300FD-DC53-4375-8981-09EA63BCF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5" name="Freeform 44">
              <a:extLst>
                <a:ext uri="{FF2B5EF4-FFF2-40B4-BE49-F238E27FC236}">
                  <a16:creationId xmlns:a16="http://schemas.microsoft.com/office/drawing/2014/main" id="{1DF83FFD-4C16-41FD-928F-6E88AFC45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A5B4BC2F-B667-462B-99D8-0C433124AB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7" name="Freeform 46">
              <a:extLst>
                <a:ext uri="{FF2B5EF4-FFF2-40B4-BE49-F238E27FC236}">
                  <a16:creationId xmlns:a16="http://schemas.microsoft.com/office/drawing/2014/main" id="{0CBD9EFB-AC61-4674-B75A-56449003C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8" name="Freeform 47">
              <a:extLst>
                <a:ext uri="{FF2B5EF4-FFF2-40B4-BE49-F238E27FC236}">
                  <a16:creationId xmlns:a16="http://schemas.microsoft.com/office/drawing/2014/main" id="{1AD4BBB0-F6A7-451F-BE09-DF619F38E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09" name="Freeform 48">
              <a:extLst>
                <a:ext uri="{FF2B5EF4-FFF2-40B4-BE49-F238E27FC236}">
                  <a16:creationId xmlns:a16="http://schemas.microsoft.com/office/drawing/2014/main" id="{A258B285-AE5E-473A-AA72-3C95E1D83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0" name="Freeform 49">
              <a:extLst>
                <a:ext uri="{FF2B5EF4-FFF2-40B4-BE49-F238E27FC236}">
                  <a16:creationId xmlns:a16="http://schemas.microsoft.com/office/drawing/2014/main" id="{7BEEDDE5-CB8A-4DF9-858F-4D9462D95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1" name="Freeform 50">
              <a:extLst>
                <a:ext uri="{FF2B5EF4-FFF2-40B4-BE49-F238E27FC236}">
                  <a16:creationId xmlns:a16="http://schemas.microsoft.com/office/drawing/2014/main" id="{DA1C731B-9B66-4D65-BF47-04B118107B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2" name="Freeform 51">
              <a:extLst>
                <a:ext uri="{FF2B5EF4-FFF2-40B4-BE49-F238E27FC236}">
                  <a16:creationId xmlns:a16="http://schemas.microsoft.com/office/drawing/2014/main" id="{58DBFEC6-C6DC-4B7A-934F-5A79EC3280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3" name="Freeform 52">
              <a:extLst>
                <a:ext uri="{FF2B5EF4-FFF2-40B4-BE49-F238E27FC236}">
                  <a16:creationId xmlns:a16="http://schemas.microsoft.com/office/drawing/2014/main" id="{9948D8CB-2DBE-4E48-98EA-DF9E2666A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4" name="Freeform 53">
              <a:extLst>
                <a:ext uri="{FF2B5EF4-FFF2-40B4-BE49-F238E27FC236}">
                  <a16:creationId xmlns:a16="http://schemas.microsoft.com/office/drawing/2014/main" id="{56AB69F6-9F0B-4AB6-BCA8-AA2FD69E99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5" name="Freeform 54">
              <a:extLst>
                <a:ext uri="{FF2B5EF4-FFF2-40B4-BE49-F238E27FC236}">
                  <a16:creationId xmlns:a16="http://schemas.microsoft.com/office/drawing/2014/main" id="{0E7FB426-288D-4B0B-B73B-10CCC0EF4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6" name="Freeform 55">
              <a:extLst>
                <a:ext uri="{FF2B5EF4-FFF2-40B4-BE49-F238E27FC236}">
                  <a16:creationId xmlns:a16="http://schemas.microsoft.com/office/drawing/2014/main" id="{A5C59C6B-46C9-48C9-9F57-2EE738B53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7" name="Freeform 56">
              <a:extLst>
                <a:ext uri="{FF2B5EF4-FFF2-40B4-BE49-F238E27FC236}">
                  <a16:creationId xmlns:a16="http://schemas.microsoft.com/office/drawing/2014/main" id="{7CE85F33-17DC-4273-B06F-D17109444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8" name="Freeform 57">
              <a:extLst>
                <a:ext uri="{FF2B5EF4-FFF2-40B4-BE49-F238E27FC236}">
                  <a16:creationId xmlns:a16="http://schemas.microsoft.com/office/drawing/2014/main" id="{5CD001CF-F2C4-4810-A8D9-679F9F89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19" name="Freeform 58">
              <a:extLst>
                <a:ext uri="{FF2B5EF4-FFF2-40B4-BE49-F238E27FC236}">
                  <a16:creationId xmlns:a16="http://schemas.microsoft.com/office/drawing/2014/main" id="{69F4BCDD-D153-40D2-8DD1-2509EE0CE4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p14="http://schemas.microsoft.com/office/powerpoint/2010/main" xmlns:a14="http://schemas.microsoft.com/office/drawing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7951-DC4F-738E-DFBF-5D8F776E3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0077" y="2238853"/>
            <a:ext cx="7204370" cy="4081463"/>
          </a:xfrm>
        </p:spPr>
        <p:txBody>
          <a:bodyPr>
            <a:no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Rising Mental Health Issues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Personalized Therapy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AI &amp; VR in Therapy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Accessible &amp; Engaging Solutions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individuals avoid therapy due to stigma or discomfort in face-to-face sessions, highlighting the need for alternative approaches. </a:t>
            </a:r>
          </a:p>
        </p:txBody>
      </p:sp>
    </p:spTree>
    <p:extLst>
      <p:ext uri="{BB962C8B-B14F-4D97-AF65-F5344CB8AC3E}">
        <p14:creationId xmlns:p14="http://schemas.microsoft.com/office/powerpoint/2010/main" val="2387468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74ECE2E-D24E-62A5-4B3C-31481D59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090" y="-48748"/>
            <a:ext cx="11144248" cy="147857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CBD7092-641D-5427-83C7-6BF8F3466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4091" y="1186249"/>
            <a:ext cx="11480440" cy="5399901"/>
          </a:xfrm>
        </p:spPr>
      </p:pic>
    </p:spTree>
    <p:extLst>
      <p:ext uri="{BB962C8B-B14F-4D97-AF65-F5344CB8AC3E}">
        <p14:creationId xmlns:p14="http://schemas.microsoft.com/office/powerpoint/2010/main" val="2710633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716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13AD87-0DCE-639E-BA85-824C06CA5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4090" y="2348467"/>
            <a:ext cx="3992246" cy="1478570"/>
          </a:xfrm>
        </p:spPr>
        <p:txBody>
          <a:bodyPr>
            <a:normAutofit/>
          </a:bodyPr>
          <a:lstStyle/>
          <a:p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PK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BA142D-E480-95DE-E349-FBF52CB833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1899" y="284205"/>
            <a:ext cx="6879438" cy="6277233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37339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9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4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</p:spTree>
    <p:extLst>
      <p:ext uri="{BB962C8B-B14F-4D97-AF65-F5344CB8AC3E}">
        <p14:creationId xmlns:p14="http://schemas.microsoft.com/office/powerpoint/2010/main" val="2901856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371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" y="-2"/>
            <a:ext cx="4569216" cy="685800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562573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346" y="23283"/>
            <a:ext cx="458792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D53535-2BD0-094A-820D-43DF8D00C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2174" y="618518"/>
            <a:ext cx="3207844" cy="1478570"/>
          </a:xfrm>
        </p:spPr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PK" sz="3400" b="1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8ABB6-328F-379E-BEDC-35074C65A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197" y="2249487"/>
            <a:ext cx="3220250" cy="39573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develop our system, we will utilize publicly available datasets related to mental health.</a:t>
            </a:r>
            <a:endParaRPr lang="en-PK" sz="28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37339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4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5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1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2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4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5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8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39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0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1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2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3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4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5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  <p:sp>
          <p:nvSpPr>
            <p:cNvPr id="46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PK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881AEEC-E063-A822-4C3B-9B64E7AD04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750" y="1611313"/>
            <a:ext cx="7699550" cy="382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402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EAC88772-6DB3-49EC-9C8A-A0B46ACE3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371600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152B60-62D6-E33D-4D29-C906036DF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9237" y="1065955"/>
            <a:ext cx="3207840" cy="4817318"/>
          </a:xfrm>
        </p:spPr>
        <p:txBody>
          <a:bodyPr anchor="ctr"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PK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Round Diagonal Corner Rectangle 6">
            <a:extLst>
              <a:ext uri="{FF2B5EF4-FFF2-40B4-BE49-F238E27FC236}">
                <a16:creationId xmlns:a16="http://schemas.microsoft.com/office/drawing/2014/main" id="{17A3DD84-FAA5-438A-8462-D1E01EA0D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495336" cy="6858000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2"/>
          </a:solidFill>
          <a:ln w="19050" cap="sq">
            <a:noFill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A54A1-E26A-532C-F17D-BCCE4E779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4088" y="1334530"/>
            <a:ext cx="6512440" cy="4053016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br>
              <a:rPr lang="en-US" sz="2800" dirty="0"/>
            </a:br>
            <a:r>
              <a:rPr lang="en-PK" sz="2800" dirty="0"/>
              <a:t>✅ </a:t>
            </a:r>
            <a:r>
              <a:rPr lang="en-US" sz="2800" b="1" dirty="0"/>
              <a:t>Objective:</a:t>
            </a:r>
            <a:r>
              <a:rPr lang="en-US" sz="2800" dirty="0"/>
              <a:t> Develop an AI-driven VR system for mental health support.</a:t>
            </a:r>
            <a:br>
              <a:rPr lang="en-US" sz="2800" dirty="0"/>
            </a:br>
            <a:r>
              <a:rPr lang="en-PK" sz="2800" dirty="0"/>
              <a:t>✅ </a:t>
            </a:r>
            <a:r>
              <a:rPr lang="en-US" sz="2800" b="1" dirty="0"/>
              <a:t>Key Features:</a:t>
            </a:r>
            <a:r>
              <a:rPr lang="en-US" sz="2800" dirty="0"/>
              <a:t> Emotion recognition, interactive AI conversations, immersive VR therapy.</a:t>
            </a:r>
            <a:br>
              <a:rPr lang="en-US" sz="2800" dirty="0"/>
            </a:br>
            <a:r>
              <a:rPr lang="en-PK" sz="2800" dirty="0"/>
              <a:t>✅ </a:t>
            </a:r>
            <a:r>
              <a:rPr lang="en-US" sz="2800" b="1" dirty="0"/>
              <a:t>Methodology:</a:t>
            </a:r>
            <a:r>
              <a:rPr lang="en-US" sz="2800" dirty="0"/>
              <a:t> Deep learning models, NLP for interaction, VR environment integration.</a:t>
            </a:r>
            <a:br>
              <a:rPr lang="en-US" sz="2800" dirty="0"/>
            </a:br>
            <a:r>
              <a:rPr lang="en-PK" sz="2800" dirty="0"/>
              <a:t>✅ </a:t>
            </a:r>
            <a:r>
              <a:rPr lang="en-US" sz="2800" b="1" dirty="0"/>
              <a:t>Expected Impact:</a:t>
            </a:r>
            <a:r>
              <a:rPr lang="en-US" sz="2800" dirty="0"/>
              <a:t> Personalized therapy, real-time emotional support, scalable mental health solution.</a:t>
            </a:r>
            <a:endParaRPr lang="en-PK" sz="2800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6640D31-0CFD-4B3F-AE95-530AA5174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07882" y="0"/>
            <a:ext cx="0" cy="6858000"/>
          </a:xfrm>
          <a:prstGeom prst="line">
            <a:avLst/>
          </a:prstGeom>
          <a:ln w="19050">
            <a:solidFill>
              <a:schemeClr val="tx2">
                <a:lumMod val="60000"/>
                <a:lumOff val="40000"/>
                <a:alpha val="60000"/>
              </a:schemeClr>
            </a:solidFill>
          </a:ln>
          <a:effectLst>
            <a:outerShdw blurRad="88900" dist="38100" dir="5400000" algn="ctr" rotWithShape="0">
              <a:srgbClr val="000000">
                <a:alpha val="40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93506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1753</TotalTime>
  <Words>251</Words>
  <Application>Microsoft Office PowerPoint</Application>
  <PresentationFormat>Custom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Times New Roman</vt:lpstr>
      <vt:lpstr>Tw Cen MT</vt:lpstr>
      <vt:lpstr>Circuit</vt:lpstr>
      <vt:lpstr>AI-Powered VR Therapy for Mental Health</vt:lpstr>
      <vt:lpstr>Introduction</vt:lpstr>
      <vt:lpstr>Objectives</vt:lpstr>
      <vt:lpstr>Problem description</vt:lpstr>
      <vt:lpstr>Literature review</vt:lpstr>
      <vt:lpstr>Methodology</vt:lpstr>
      <vt:lpstr>DATASET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CVE ANALYZER : AI- POWERED VULNERABILITY RISK  MAPPING proposal</dc:title>
  <dc:creator>bilal khan</dc:creator>
  <cp:lastModifiedBy>01-136221-021</cp:lastModifiedBy>
  <cp:revision>23</cp:revision>
  <dcterms:created xsi:type="dcterms:W3CDTF">2024-12-19T04:46:12Z</dcterms:created>
  <dcterms:modified xsi:type="dcterms:W3CDTF">2025-02-27T05:42:19Z</dcterms:modified>
</cp:coreProperties>
</file>