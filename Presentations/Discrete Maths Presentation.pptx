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7216"/>
            <a:ext cx="91440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dirty="0"/>
              <a:t> 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80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61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5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0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2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00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55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3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7216"/>
            <a:ext cx="6948264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C5CDB-1AEF-4522-8EAF-CE1F4E5D863E}" type="datetimeFigureOut">
              <a:rPr lang="ko-KR" altLang="en-US" smtClean="0"/>
              <a:t>2022-06-27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060948"/>
            <a:ext cx="9144000" cy="165618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0" y="3883814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Google Maps</a:t>
            </a: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0" y="3276972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Application of Discrete Math in real life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216"/>
            <a:ext cx="8892480" cy="85725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Members </a:t>
            </a:r>
            <a:endParaRPr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1560" y="1347614"/>
            <a:ext cx="6984776" cy="36004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Muhammad Taqui </a:t>
            </a:r>
          </a:p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altLang="ko-KR" sz="20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(01-136221-021)</a:t>
            </a:r>
          </a:p>
          <a:p>
            <a:pPr marL="0" indent="0" algn="ctr">
              <a:buNone/>
            </a:pPr>
            <a:endParaRPr lang="en-US" altLang="ko-KR" sz="2000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Abdul Basit</a:t>
            </a:r>
          </a:p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altLang="ko-KR" sz="20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(01-136221-049)</a:t>
            </a:r>
          </a:p>
          <a:p>
            <a:pPr marL="0" indent="0" algn="ctr">
              <a:buNone/>
            </a:pPr>
            <a:endParaRPr lang="en-US" altLang="ko-KR" sz="2000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Muhammad Talha</a:t>
            </a:r>
          </a:p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altLang="ko-KR" sz="20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(01-136221-055)</a:t>
            </a:r>
          </a:p>
          <a:p>
            <a:pPr marL="0" indent="0" algn="ctr">
              <a:buNone/>
            </a:pPr>
            <a:endParaRPr lang="en-US" altLang="ko-KR" sz="2000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Muhammad Waleed</a:t>
            </a:r>
          </a:p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altLang="ko-KR" sz="20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(01-136221-060)</a:t>
            </a:r>
            <a:endParaRPr lang="ko-KR" altLang="en-US" sz="2000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594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627B0-EB1A-69E7-2F8A-595D51E66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7216"/>
            <a:ext cx="8748464" cy="857250"/>
          </a:xfrm>
        </p:spPr>
        <p:txBody>
          <a:bodyPr/>
          <a:lstStyle/>
          <a:p>
            <a:r>
              <a:rPr lang="en-US" dirty="0"/>
              <a:t>Discrete </a:t>
            </a:r>
            <a:r>
              <a:rPr lang="en-US" dirty="0" err="1"/>
              <a:t>Maths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BE516-0452-67DD-BBA8-99EC20FB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1630"/>
            <a:ext cx="8229600" cy="33843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i="0" dirty="0">
                <a:solidFill>
                  <a:srgbClr val="111111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Discrete mathematics is the study of mathematical structures that are </a:t>
            </a:r>
          </a:p>
          <a:p>
            <a:pPr marL="0" indent="0">
              <a:buNone/>
            </a:pPr>
            <a:r>
              <a:rPr lang="en-US" i="0" dirty="0">
                <a:solidFill>
                  <a:srgbClr val="111111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countable or otherwise distinct and separable. Examples of structures that are discrete are combinations, graphs, and logical statements. </a:t>
            </a:r>
          </a:p>
          <a:p>
            <a:pPr marL="0" indent="0">
              <a:buNone/>
            </a:pPr>
            <a:r>
              <a:rPr lang="en-US" i="0" dirty="0">
                <a:solidFill>
                  <a:srgbClr val="111111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Discrete structures can be finite or infinite.</a:t>
            </a:r>
          </a:p>
          <a:p>
            <a:pPr marL="0" indent="0">
              <a:buNone/>
            </a:pPr>
            <a:r>
              <a:rPr lang="en-US" i="0" dirty="0">
                <a:solidFill>
                  <a:srgbClr val="111111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Google Maps uses discrete mathematics to determine the fastest driving </a:t>
            </a:r>
          </a:p>
          <a:p>
            <a:pPr marL="0" indent="0">
              <a:buNone/>
            </a:pPr>
            <a:r>
              <a:rPr lang="en-US" i="0" dirty="0">
                <a:solidFill>
                  <a:srgbClr val="111111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routes and times.</a:t>
            </a:r>
          </a:p>
          <a:p>
            <a:pPr marL="0" indent="0">
              <a:buNone/>
            </a:pPr>
            <a:endParaRPr lang="en-AE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60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A31F-01E2-E90B-69DE-44029A19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7216"/>
            <a:ext cx="5544616" cy="857250"/>
          </a:xfrm>
        </p:spPr>
        <p:txBody>
          <a:bodyPr/>
          <a:lstStyle/>
          <a:p>
            <a:r>
              <a:rPr lang="en-US" dirty="0"/>
              <a:t>Why it is </a:t>
            </a:r>
            <a:r>
              <a:rPr lang="en-US" dirty="0" err="1"/>
              <a:t>necassary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E4973-6BE8-479C-C649-B0552351F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1629"/>
            <a:ext cx="8229600" cy="25922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Discrete Math is needed to see mathematical structures in the object you work with and understand their properties. This ability is </a:t>
            </a:r>
          </a:p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important for software engineers, data scientists, security and financial </a:t>
            </a:r>
          </a:p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analysts ( it is not a coincidence that math puzzles are often used for </a:t>
            </a:r>
          </a:p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interviews )</a:t>
            </a:r>
            <a:endParaRPr lang="en-AE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90263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4431-60FC-3E53-5BBB-D220FE9A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7216"/>
            <a:ext cx="8820472" cy="857250"/>
          </a:xfrm>
        </p:spPr>
        <p:txBody>
          <a:bodyPr/>
          <a:lstStyle/>
          <a:p>
            <a:r>
              <a:rPr lang="en-US" dirty="0"/>
              <a:t>Background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159E9-15ED-A2A6-6C0E-4A2C4CA6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646"/>
            <a:ext cx="8229600" cy="3240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graph theory is used in Google maps to find possible ways </a:t>
            </a:r>
          </a:p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from one destination to another. Google maps are like a big giant </a:t>
            </a:r>
          </a:p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Graph with nodes and edges to figure out the shortest way to travel. </a:t>
            </a:r>
          </a:p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nodes and edges be the paths showing the distance between the </a:t>
            </a:r>
          </a:p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nodes.</a:t>
            </a:r>
            <a:endParaRPr lang="en-AE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3999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A6FD-0F28-4E68-4F44-AC6CAE9E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Graph theory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5F1FF-FB22-81B5-FE18-741E9E1EB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960" y="1200151"/>
            <a:ext cx="4474840" cy="33944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Graphs are composed of two kinds of elements : </a:t>
            </a:r>
          </a:p>
          <a:p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Vertices or nodes, which represent elements</a:t>
            </a:r>
          </a:p>
          <a:p>
            <a:pPr marL="0" indent="0">
              <a:buNone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 the image, the circles including a, b, c and d, </a:t>
            </a:r>
          </a:p>
          <a:p>
            <a:pPr marL="0" indent="0">
              <a:buNone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are the nodes. </a:t>
            </a:r>
          </a:p>
          <a:p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Edges, which represent relationships </a:t>
            </a:r>
          </a:p>
          <a:p>
            <a:pPr marL="0" indent="0">
              <a:buNone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between elements. In the image, the </a:t>
            </a:r>
          </a:p>
          <a:p>
            <a:pPr marL="0" indent="0">
              <a:buNone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lines are the edges, each edge representing the </a:t>
            </a:r>
          </a:p>
          <a:p>
            <a:pPr marL="0" indent="0">
              <a:buNone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route connection between each circle.</a:t>
            </a:r>
            <a:endParaRPr lang="en-AE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24D9A-CC12-5C13-4F8D-1BCE060D8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275606"/>
            <a:ext cx="3672408" cy="288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2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7419-85A1-C6B6-BAA9-3E141189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7216"/>
            <a:ext cx="8892480" cy="857250"/>
          </a:xfrm>
        </p:spPr>
        <p:txBody>
          <a:bodyPr/>
          <a:lstStyle/>
          <a:p>
            <a:r>
              <a:rPr lang="en-US" i="0" dirty="0">
                <a:effectLst/>
              </a:rPr>
              <a:t>Dijkstra Algorithm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8675-6199-6727-03BE-C96D7247A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478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Google Maps is based on a very simple but incredibly effective 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algorithm: the Dijkstra algorithm. It takes its name from its inventor, </a:t>
            </a:r>
            <a:r>
              <a:rPr lang="en-US" sz="2400" b="0" i="0" dirty="0" err="1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Edsger</a:t>
            </a:r>
            <a:r>
              <a:rPr lang="en-US" sz="24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 Dijkstra, one of the pioneering founders of modern 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computing.</a:t>
            </a:r>
          </a:p>
          <a:p>
            <a:pPr marL="0" indent="0">
              <a:buNone/>
            </a:pPr>
            <a:r>
              <a:rPr lang="en-US" sz="2400" b="1" i="0" u="sng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What does Dijkstra’s algorithm do? 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Given a weighted graph, a starting point, and an endpoint within the graph itself, the 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algorithm finds the “minimum path” that connects the two points, that is the sequence of arcs that 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minimizes the sum of the weights and therefore, in the case of Maps, minimizes the estimated travel time.</a:t>
            </a:r>
            <a:endParaRPr lang="en-AE"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4029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5CAF-504A-87BC-F7FA-CC6CCB7D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7216"/>
            <a:ext cx="8820472" cy="857250"/>
          </a:xfrm>
        </p:spPr>
        <p:txBody>
          <a:bodyPr/>
          <a:lstStyle/>
          <a:p>
            <a:r>
              <a:rPr lang="en-US" dirty="0"/>
              <a:t>A closer look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9586D-906E-0F4D-DB63-6AD4B250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To work properly, the algorithm keeps a “cost” associated with each node, 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which represents the value of the minimum path to reach each node. Before 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starting, the nodes are assigned an infinitely high cost, which indicates that a 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road has not yet been found to reach it. To everyone except the starting node, which is set at zero cost (after all, arriving at the departure node from the 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departure node has no cost!). Moreover, it keeps a list of all the nodes that are 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still to be visited, which at the start includes all the nodes of the network. </a:t>
            </a:r>
            <a:endParaRPr lang="en-AE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2058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C046-3F7E-DC8E-934E-61D54416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7216"/>
            <a:ext cx="8892480" cy="857250"/>
          </a:xfrm>
        </p:spPr>
        <p:txBody>
          <a:bodyPr/>
          <a:lstStyle/>
          <a:p>
            <a:r>
              <a:rPr lang="en-US" dirty="0"/>
              <a:t>Steps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A2F29-C7D8-CD4A-5C5A-6AAF3C4D5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algorithm always repeats the same steps. First, it extracts the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node with the lowest cost from the list of nodes to visit. For each node not yet visited on the network reachable from the examined node, the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algorithm evaluates how much it costs to reach this node. If the cost is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lower, then it is updated, otherwise, it is left unchanged, since there is a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more convenient way. The node just examined is marked as visited and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starts again, until the node to be visited is not the destination.</a:t>
            </a:r>
            <a:endParaRPr lang="en-AE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59128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9E4F-59E8-56BA-2B2F-C76FED6B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i="0" dirty="0">
                <a:effectLst/>
                <a:latin typeface="Nunito Sans" pitchFamily="2" charset="0"/>
              </a:rPr>
              <a:t>Dijkstra’s algorithm always finds the fastest route</a:t>
            </a:r>
            <a:endParaRPr lang="en-AE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A43FD-9D19-899E-AADA-FD57FABD3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7654"/>
            <a:ext cx="8229600" cy="3168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 </a:t>
            </a: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It has been shown mathematically that Dijkstra always finds the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shortest path, as long as there is at least one possible route. This fact sometimes plays against us. That's why we should not only use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Google Maps but also our common sense.</a:t>
            </a:r>
            <a:endParaRPr lang="en-AE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2831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DDF1-90AC-5C3C-D3AB-68F61D08C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939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That’s all guys.</a:t>
            </a:r>
            <a:endParaRPr lang="en-AE" sz="4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Picture 2" descr="See the source image">
            <a:extLst>
              <a:ext uri="{FF2B5EF4-FFF2-40B4-BE49-F238E27FC236}">
                <a16:creationId xmlns:a16="http://schemas.microsoft.com/office/drawing/2014/main" id="{1E0DDF87-525B-0615-2916-FBFC01B54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724454"/>
            <a:ext cx="6840760" cy="213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89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649</Words>
  <Application>Microsoft Office PowerPoint</Application>
  <PresentationFormat>On-screen Show (16:9)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맑은 고딕</vt:lpstr>
      <vt:lpstr>Andalus</vt:lpstr>
      <vt:lpstr>Arabic Typesetting</vt:lpstr>
      <vt:lpstr>Arial</vt:lpstr>
      <vt:lpstr>Nunito Sans</vt:lpstr>
      <vt:lpstr>Office Theme</vt:lpstr>
      <vt:lpstr>PowerPoint Presentation</vt:lpstr>
      <vt:lpstr>Group Members </vt:lpstr>
      <vt:lpstr>Discrete Maths</vt:lpstr>
      <vt:lpstr>Why it is necassary</vt:lpstr>
      <vt:lpstr>Background</vt:lpstr>
      <vt:lpstr>Intro to Graph theory</vt:lpstr>
      <vt:lpstr>Dijkstra Algorithm</vt:lpstr>
      <vt:lpstr>A closer look</vt:lpstr>
      <vt:lpstr>Steps</vt:lpstr>
      <vt:lpstr>Dijkstra’s algorithm always finds the fastest route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Muhammad Taqui</cp:lastModifiedBy>
  <cp:revision>15</cp:revision>
  <dcterms:created xsi:type="dcterms:W3CDTF">2014-04-01T16:27:38Z</dcterms:created>
  <dcterms:modified xsi:type="dcterms:W3CDTF">2022-06-28T03:43:32Z</dcterms:modified>
</cp:coreProperties>
</file>