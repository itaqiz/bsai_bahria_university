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61" r:id="rId5"/>
    <p:sldId id="262" r:id="rId6"/>
    <p:sldId id="263" r:id="rId7"/>
    <p:sldId id="258" r:id="rId8"/>
    <p:sldId id="260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9A39"/>
    <a:srgbClr val="6C1A00"/>
    <a:srgbClr val="FE9202"/>
    <a:srgbClr val="1D3A00"/>
    <a:srgbClr val="007033"/>
    <a:srgbClr val="E7FF01"/>
    <a:srgbClr val="5EEC3C"/>
    <a:srgbClr val="990099"/>
    <a:srgbClr val="CC0099"/>
    <a:srgbClr val="00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0" y="-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6589" y="1808225"/>
            <a:ext cx="4733855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3066" y="3793390"/>
            <a:ext cx="5497378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accent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502815"/>
            <a:ext cx="8246070" cy="3359510"/>
          </a:xfrm>
        </p:spPr>
        <p:txBody>
          <a:bodyPr/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l"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l"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l"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60" y="281175"/>
            <a:ext cx="6566315" cy="72534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chemeClr val="accent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60" y="1197405"/>
            <a:ext cx="6566315" cy="3511061"/>
          </a:xfrm>
        </p:spPr>
        <p:txBody>
          <a:bodyPr/>
          <a:lstStyle>
            <a:lvl1pPr algn="l">
              <a:defRPr sz="28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algn="l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algn="l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algn="l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algn="l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accent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7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7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7080" y="1808225"/>
            <a:ext cx="7940660" cy="1832460"/>
          </a:xfrm>
        </p:spPr>
        <p:txBody>
          <a:bodyPr>
            <a:normAutofit/>
          </a:bodyPr>
          <a:lstStyle/>
          <a:p>
            <a:r>
              <a:rPr lang="en-US" sz="3200" dirty="0"/>
              <a:t>Intro to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6260" y="433880"/>
            <a:ext cx="6566315" cy="725349"/>
          </a:xfrm>
        </p:spPr>
        <p:txBody>
          <a:bodyPr>
            <a:normAutofit/>
          </a:bodyPr>
          <a:lstStyle/>
          <a:p>
            <a:r>
              <a:rPr lang="en-US" b="1" dirty="0"/>
              <a:t>Group Members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6261" y="1197405"/>
            <a:ext cx="3359510" cy="35110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Muhammad Taqui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>
                <a:solidFill>
                  <a:schemeClr val="bg2"/>
                </a:solidFill>
              </a:rPr>
              <a:t>(01-136221-021)</a:t>
            </a:r>
          </a:p>
          <a:p>
            <a:r>
              <a:rPr lang="en-US" dirty="0"/>
              <a:t>Abdul Basit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(01-136221-049)</a:t>
            </a:r>
          </a:p>
          <a:p>
            <a:r>
              <a:rPr lang="en-US" dirty="0"/>
              <a:t>Muhammad Talha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(01-136221-055)</a:t>
            </a:r>
          </a:p>
          <a:p>
            <a:r>
              <a:rPr lang="en-US" dirty="0"/>
              <a:t>Muhammad Waleed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(01-136221-060)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3885" y="281175"/>
            <a:ext cx="2137870" cy="763525"/>
          </a:xfrm>
        </p:spPr>
        <p:txBody>
          <a:bodyPr>
            <a:normAutofit/>
          </a:bodyPr>
          <a:lstStyle/>
          <a:p>
            <a:r>
              <a:rPr lang="en-US" b="1" dirty="0"/>
              <a:t>What is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655520"/>
            <a:ext cx="4733855" cy="3054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Artificial intelligence is a technology that enables a computer to think or act in a more human way . It does this by taking information from it's surroundings and deciding its response based on what it learns or sense .</a:t>
            </a:r>
          </a:p>
          <a:p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AD41B063-27FF-2D80-F444-8097D3473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525" y="1479378"/>
            <a:ext cx="3664919" cy="3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26A4-C1B5-17BE-5108-6774B1C0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655" y="281175"/>
            <a:ext cx="4123035" cy="763525"/>
          </a:xfrm>
        </p:spPr>
        <p:txBody>
          <a:bodyPr/>
          <a:lstStyle/>
          <a:p>
            <a:r>
              <a:rPr lang="en-US" b="1" dirty="0"/>
              <a:t>Achievements of AI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B5CD-7641-85D5-B75D-C05F87C3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6" y="1808225"/>
            <a:ext cx="8246070" cy="2443280"/>
          </a:xfrm>
        </p:spPr>
        <p:txBody>
          <a:bodyPr/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AI-induced Face Recognition</a:t>
            </a:r>
          </a:p>
          <a:p>
            <a:r>
              <a:rPr lang="en-US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Drug Discovery </a:t>
            </a:r>
          </a:p>
          <a:p>
            <a:r>
              <a:rPr lang="en-US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Speech Recognition </a:t>
            </a:r>
          </a:p>
          <a:p>
            <a:r>
              <a:rPr lang="en-US" i="0" dirty="0">
                <a:solidFill>
                  <a:srgbClr val="090A0B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COVID-19 Detection in Lungs by AI</a:t>
            </a:r>
          </a:p>
          <a:p>
            <a:endParaRPr lang="en-AE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6C4E17CD-6BC6-75E9-8541-9F2D1689F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011" y="1309689"/>
            <a:ext cx="3512216" cy="156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6B46FE3A-A62F-FB6B-D3AC-AFF6C64C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011" y="3182568"/>
            <a:ext cx="3392730" cy="15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776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81BB-EBCF-9B8E-2583-63893D68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541" y="281175"/>
            <a:ext cx="4733854" cy="763525"/>
          </a:xfrm>
        </p:spPr>
        <p:txBody>
          <a:bodyPr>
            <a:noAutofit/>
          </a:bodyPr>
          <a:lstStyle/>
          <a:p>
            <a:r>
              <a:rPr lang="en-US" sz="2800" b="1" i="0" dirty="0">
                <a:effectLst/>
                <a:latin typeface="Open Sans" panose="020B0606030504020204" pitchFamily="34" charset="0"/>
              </a:rPr>
              <a:t>Advantages of AI</a:t>
            </a:r>
            <a:br>
              <a:rPr lang="en-US" sz="2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</a:br>
            <a:endParaRPr lang="en-AE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9937-6EC6-A685-BEED-812D083BE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Reduce human errors and perform various tasks with greater efficiency by using intelligent systems.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With the help of artificial intelligence technology one can develop digital assistants that reduce manpower.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Lot of applications have been developed using artificial intelligence. iPhones Siri and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Microsofts</a:t>
            </a:r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 Cortana developed on the phenomenon of artificial intelligence.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781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96B3-316D-C611-CC5C-5780EACE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245" y="281175"/>
            <a:ext cx="4886560" cy="763525"/>
          </a:xfrm>
        </p:spPr>
        <p:txBody>
          <a:bodyPr/>
          <a:lstStyle/>
          <a:p>
            <a:r>
              <a:rPr lang="en-US" b="1" dirty="0"/>
              <a:t>Disadvantages of AI</a:t>
            </a:r>
            <a:endParaRPr lang="en-A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97E48-B68F-B449-AC3D-A98FD4788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6" y="1655519"/>
            <a:ext cx="8246070" cy="320680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Artificial intelligence is slowly making its way into real-time applications. AI offers great prospects but it’s really expensive.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Artificial intelligent systems might replace humans in performing a task in terms of productivity, but they can’t make decisions</a:t>
            </a:r>
            <a:r>
              <a:rPr lang="en-US" dirty="0">
                <a:solidFill>
                  <a:srgbClr val="00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Replacing humans with intelligent systems might increase unemployment that lead to poor GDP.</a:t>
            </a:r>
            <a:endParaRPr lang="en-AE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8535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66589" y="281175"/>
            <a:ext cx="2290575" cy="763525"/>
          </a:xfrm>
        </p:spPr>
        <p:txBody>
          <a:bodyPr>
            <a:normAutofit/>
          </a:bodyPr>
          <a:lstStyle/>
          <a:p>
            <a:r>
              <a:rPr lang="en-US" b="1" dirty="0"/>
              <a:t>Goals of 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Artificial planning helps agents sequence actions to perform to achieve goals.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Artificial intelligence’s main goal is to develop intelligent machines that could learn on their own. No more human intervention for feeding data to machines.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abic Typesetting" panose="03020402040406030203" pitchFamily="66" charset="-78"/>
                <a:cs typeface="Arabic Typesetting" panose="03020402040406030203" pitchFamily="66" charset="-78"/>
              </a:rPr>
              <a:t>Develop systems that can recognize, interpret, process and simulate human affects.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95D6D-30AE-1ECC-13E9-ABE546E2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835" y="1502815"/>
            <a:ext cx="2290576" cy="6108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That’s all guys.</a:t>
            </a:r>
            <a:endParaRPr lang="en-AE" sz="36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08824FB8-BFD4-ED23-1D25-F234527B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724454"/>
            <a:ext cx="6840760" cy="213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On-screen Show (16:9)</PresentationFormat>
  <Paragraphs>31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Arabic Typesetting</vt:lpstr>
      <vt:lpstr>Arial</vt:lpstr>
      <vt:lpstr>Calibri</vt:lpstr>
      <vt:lpstr>Open Sans</vt:lpstr>
      <vt:lpstr>Office Theme</vt:lpstr>
      <vt:lpstr>Intro to Artificial Intelligence</vt:lpstr>
      <vt:lpstr>Group Members</vt:lpstr>
      <vt:lpstr>What is AI</vt:lpstr>
      <vt:lpstr>Achievements of AI</vt:lpstr>
      <vt:lpstr>Advantages of AI </vt:lpstr>
      <vt:lpstr>Disadvantages of AI</vt:lpstr>
      <vt:lpstr>Goals of 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2022-06-20T17:04:49Z</dcterms:modified>
</cp:coreProperties>
</file>