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9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7" d="100"/>
          <a:sy n="67" d="100"/>
        </p:scale>
        <p:origin x="6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9D22-FD0F-7A56-461B-3725F74B2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501F0-B1D5-9CB8-C1CE-894BF22A7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E8C9-E71A-F236-7134-604E8495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A671-D692-1CB0-1759-BAC7F9385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C82CE-6A79-EC14-FFB9-5773A23E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3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BFC4-B043-BE43-3771-8F590D70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372A-FB17-A478-508B-7D9BEE209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DB260-F868-1C36-B111-39B44146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3CA9E-B379-32F7-6EF2-F8F7869B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AD40-5C4B-D8AF-A193-F3984783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4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AF2B-9409-10D8-A5E6-FE358777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1E972-DFFF-ED12-5DAA-283521746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11A0E-910C-322C-5777-858FB82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7FDFD-8888-72C3-8C38-6027CA73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B2D2F-BDF0-FC9C-D47E-B7EAB7B2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4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988BB-7939-3DF8-636C-CAE2E3D4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EB235-B324-89D3-7638-E5CEB8928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337EB-E088-4805-1C37-2AE2EA03C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2A401-6720-FEBC-F384-7F744CCF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F7E51-C521-C5CB-A1FD-57A9491F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2D371-18A3-0894-19CC-BF73DE70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4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EA30-6823-A87A-9C59-CB124F8A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A3AF7-5518-7B6C-C3A0-36C07009B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A6571-F87B-FEB1-C85A-E3BAE367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00724-86E5-11FF-8324-34334E0A1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A5EC7-8DD7-E77E-00B2-C896E9445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D464A-78B4-12E8-0E1C-A65A949DA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E0E5E7-9066-1E11-5537-C99F72B4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6FA31-6FFF-EC3C-2330-FEAA886D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5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8DEC-81AE-C6E9-1AD1-C9276A0B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30A18-644E-6A08-C891-D29A0E4A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A55FB-207C-FA0A-091C-56947DF04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BBD3D-9501-9D94-7C69-17781567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8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A0BB8-3633-5DE6-1106-4FF9425B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3618A-E4CC-8D27-FDC1-04CECC5D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769FB-ACA2-7E2A-58E7-731CAFDB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D6B3-263A-2DEC-9965-9DED1FF7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A186-8FD5-3C97-80A5-7D75B47C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7B818-4365-427B-E81C-C903AE914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36769-AB9E-47D7-B97E-E94F6179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6C75F-5868-BEEC-AD2D-4930A6EC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01E7F-998D-FF43-3616-A95A1B5D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3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7EB8-07A6-6561-1741-BC093B9B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205E3-5501-40EB-E09B-F44BFF598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11C8C-3C04-6D1E-EA3F-B3FE5F515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27694-2474-F68E-8FAB-12BCF592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40E4E-56E1-EC46-F9EA-9E794CA2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F20DC-99A3-905B-2E2D-14FDB946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6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178B-0ACF-4FE7-CE2D-08E8467E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AA625-3C98-F02F-DD3D-BBA9459B1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FD4A8-F118-892C-9088-6C6E798F9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E20C4-A551-8CCA-8F5C-941B27D2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58237-1AE2-1423-B1B6-AB67B394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4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9F496-9939-4F21-6DBC-1CEBFED7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9C886-12B5-48ED-C60E-90C8F5224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96E0C-3836-43C1-7551-BBFF031B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4CBE1-01ED-D087-F7FC-9CC84260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BFD56-F6DA-924C-8CA4-C72646B0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7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29E3A-0EE3-973B-9B72-DD57AD99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9F735-26D8-2528-2BBA-037E28624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8DFC3-7204-BA04-4813-443771DC1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F52E4-56EB-4F2C-AA76-B4C1228B41F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29664-681F-F5B5-7A3C-8430EE104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1E4C7-5F11-F9E6-77FF-6CDBACA07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675F6-01D4-46C4-8452-1FF164051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3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ranavraikokte/covid19-image-datase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datasets/aryashah2k/breast-ultrasound-images-dataset" TargetMode="External"/><Relationship Id="rId4" Type="http://schemas.openxmlformats.org/officeDocument/2006/relationships/hyperlink" Target="https://universe.roboflow.com/tfg-2nmge/yolo-yejb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951510-2CB2-2904-66C0-532F6951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94"/>
            <a:ext cx="12192000" cy="6811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2D6635-397F-26AB-60A7-B0DCA7195567}"/>
              </a:ext>
            </a:extLst>
          </p:cNvPr>
          <p:cNvSpPr txBox="1"/>
          <p:nvPr/>
        </p:nvSpPr>
        <p:spPr>
          <a:xfrm>
            <a:off x="1133475" y="4981575"/>
            <a:ext cx="3400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79295"/>
                </a:solidFill>
              </a:rPr>
              <a:t>Babar Ali – 051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79295"/>
                </a:solidFill>
              </a:rPr>
              <a:t>Muhammad Taqui – 021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79295"/>
                </a:solidFill>
              </a:rPr>
              <a:t>Hermen</a:t>
            </a:r>
            <a:r>
              <a:rPr lang="en-US" sz="2000" b="1" dirty="0">
                <a:solidFill>
                  <a:srgbClr val="079295"/>
                </a:solidFill>
              </a:rPr>
              <a:t> Khan - 054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BF74CD-42A1-9342-2F05-E5653F092370}"/>
              </a:ext>
            </a:extLst>
          </p:cNvPr>
          <p:cNvSpPr txBox="1"/>
          <p:nvPr/>
        </p:nvSpPr>
        <p:spPr>
          <a:xfrm>
            <a:off x="224982" y="6359188"/>
            <a:ext cx="6783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07929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Github</a:t>
            </a:r>
            <a:r>
              <a:rPr lang="en-US" sz="1800" b="1" spc="-35" dirty="0">
                <a:solidFill>
                  <a:srgbClr val="07929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7929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Repo:</a:t>
            </a:r>
            <a:r>
              <a:rPr lang="en-US" sz="1800" b="1" spc="-15" dirty="0">
                <a:solidFill>
                  <a:srgbClr val="07929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10" dirty="0">
                <a:solidFill>
                  <a:srgbClr val="07929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https://github.com/itaqiz/YOLOv8_Medical_Imaging</a:t>
            </a:r>
            <a:endParaRPr lang="en-PK" sz="1800" dirty="0">
              <a:solidFill>
                <a:srgbClr val="07929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dirty="0">
              <a:solidFill>
                <a:srgbClr val="0792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8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EEAD-7001-1A98-0AFE-E5B691D9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E46F11-139A-C248-CEFA-90226E49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" y="0"/>
            <a:ext cx="12190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3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F89CA-EE3B-74F5-F014-9FD5F97C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A6D201-3B4C-F07A-E0E1-471B22F2B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4"/>
            <a:ext cx="12192000" cy="68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7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57E4-4043-1CA7-4A3E-651C0AAA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F8735-2150-0E64-901C-EB23FD08F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96"/>
            <a:ext cx="12192000" cy="68094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12CEF7-9A98-AA5D-C56D-B614E07C9CB4}"/>
              </a:ext>
            </a:extLst>
          </p:cNvPr>
          <p:cNvSpPr txBox="1"/>
          <p:nvPr/>
        </p:nvSpPr>
        <p:spPr>
          <a:xfrm>
            <a:off x="266699" y="5381625"/>
            <a:ext cx="2847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sng" dirty="0">
                <a:effectLst/>
                <a:latin typeface="-apple-system"/>
                <a:hlinkClick r:id="rId3"/>
              </a:rPr>
              <a:t>https://www.kaggle.com/datasets/pranavraikokte/covid19-image-dataset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0D389-B8F9-B46D-EEF7-B92D76B3D9DA}"/>
              </a:ext>
            </a:extLst>
          </p:cNvPr>
          <p:cNvSpPr txBox="1"/>
          <p:nvPr/>
        </p:nvSpPr>
        <p:spPr>
          <a:xfrm>
            <a:off x="3048000" y="5467350"/>
            <a:ext cx="2847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sng" dirty="0">
                <a:effectLst/>
                <a:latin typeface="-apple-system"/>
                <a:hlinkClick r:id="rId4"/>
              </a:rPr>
              <a:t>https://universe.roboflow.com/tfg-2nmge/yolo-yejbs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C6C0B-1EDA-1BD2-0DA7-88C83C3AEC2B}"/>
              </a:ext>
            </a:extLst>
          </p:cNvPr>
          <p:cNvSpPr txBox="1"/>
          <p:nvPr/>
        </p:nvSpPr>
        <p:spPr>
          <a:xfrm>
            <a:off x="6067425" y="5362575"/>
            <a:ext cx="2505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sng" dirty="0">
                <a:effectLst/>
                <a:latin typeface="-apple-system"/>
                <a:hlinkClick r:id="rId5"/>
              </a:rPr>
              <a:t>https://www.kaggle.com/datasets/aryashah2k/breast-ultrasound-images-dataset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713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22D2B-2758-88F0-1AAB-6EB0A881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8B124-E81F-01B8-7CA5-BF9E167A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23"/>
            <a:ext cx="12192000" cy="682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1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73E4-7545-E059-27A1-C972BC35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F7E87-D039-AACD-012E-FE344E5F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" y="0"/>
            <a:ext cx="12164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23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C603-304A-39BF-DACF-BD07CE37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1D4B0-5D23-F951-E038-8254DD4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" y="0"/>
            <a:ext cx="12190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ED95-C04E-4141-26CD-61F5C13E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0B4B39-112A-FBB8-C356-5D843B7B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1" y="0"/>
            <a:ext cx="12120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6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181A-7FD1-73B3-A48E-17A61BB7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9DF89-66A3-4EDA-BA6B-33ACEA39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2"/>
            <a:ext cx="12192000" cy="683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36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01B8A-C039-0B29-A620-AC46FB5E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" y="0"/>
            <a:ext cx="12185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8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65</Words>
  <Application>Microsoft Office PowerPoint</Application>
  <PresentationFormat>Widescreen</PresentationFormat>
  <Paragraphs>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</vt:lpstr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01-136221-051</dc:creator>
  <cp:lastModifiedBy>01-136221-021</cp:lastModifiedBy>
  <cp:revision>3</cp:revision>
  <dcterms:created xsi:type="dcterms:W3CDTF">2024-12-24T03:01:54Z</dcterms:created>
  <dcterms:modified xsi:type="dcterms:W3CDTF">2024-12-24T05:31:51Z</dcterms:modified>
</cp:coreProperties>
</file>