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48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9204A-E20B-4057-A660-8ADDD736180F}" type="datetimeFigureOut">
              <a:rPr lang="en-AE" smtClean="0"/>
              <a:t>30/03/2022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974C1BDF-30C5-4F9F-8C2A-3928EC71AFC6}" type="slidenum">
              <a:rPr lang="en-AE" smtClean="0"/>
              <a:t>‹#›</a:t>
            </a:fld>
            <a:endParaRPr lang="en-AE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498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9204A-E20B-4057-A660-8ADDD736180F}" type="datetimeFigureOut">
              <a:rPr lang="en-AE" smtClean="0"/>
              <a:t>30/03/2022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C1BDF-30C5-4F9F-8C2A-3928EC71AFC6}" type="slidenum">
              <a:rPr lang="en-AE" smtClean="0"/>
              <a:t>‹#›</a:t>
            </a:fld>
            <a:endParaRPr lang="en-AE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968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9204A-E20B-4057-A660-8ADDD736180F}" type="datetimeFigureOut">
              <a:rPr lang="en-AE" smtClean="0"/>
              <a:t>30/03/2022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C1BDF-30C5-4F9F-8C2A-3928EC71AFC6}" type="slidenum">
              <a:rPr lang="en-AE" smtClean="0"/>
              <a:t>‹#›</a:t>
            </a:fld>
            <a:endParaRPr lang="en-AE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2158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9204A-E20B-4057-A660-8ADDD736180F}" type="datetimeFigureOut">
              <a:rPr lang="en-AE" smtClean="0"/>
              <a:t>30/03/2022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C1BDF-30C5-4F9F-8C2A-3928EC71AFC6}" type="slidenum">
              <a:rPr lang="en-AE" smtClean="0"/>
              <a:t>‹#›</a:t>
            </a:fld>
            <a:endParaRPr lang="en-AE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019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9204A-E20B-4057-A660-8ADDD736180F}" type="datetimeFigureOut">
              <a:rPr lang="en-AE" smtClean="0"/>
              <a:t>30/03/2022</a:t>
            </a:fld>
            <a:endParaRPr lang="en-A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C1BDF-30C5-4F9F-8C2A-3928EC71AFC6}" type="slidenum">
              <a:rPr lang="en-AE" smtClean="0"/>
              <a:t>‹#›</a:t>
            </a:fld>
            <a:endParaRPr lang="en-AE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8493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9204A-E20B-4057-A660-8ADDD736180F}" type="datetimeFigureOut">
              <a:rPr lang="en-AE" smtClean="0"/>
              <a:t>30/03/2022</a:t>
            </a:fld>
            <a:endParaRPr lang="en-A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C1BDF-30C5-4F9F-8C2A-3928EC71AFC6}" type="slidenum">
              <a:rPr lang="en-AE" smtClean="0"/>
              <a:t>‹#›</a:t>
            </a:fld>
            <a:endParaRPr lang="en-AE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6449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9204A-E20B-4057-A660-8ADDD736180F}" type="datetimeFigureOut">
              <a:rPr lang="en-AE" smtClean="0"/>
              <a:t>30/03/2022</a:t>
            </a:fld>
            <a:endParaRPr lang="en-A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C1BDF-30C5-4F9F-8C2A-3928EC71AFC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911313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9204A-E20B-4057-A660-8ADDD736180F}" type="datetimeFigureOut">
              <a:rPr lang="en-AE" smtClean="0"/>
              <a:t>30/03/2022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C1BDF-30C5-4F9F-8C2A-3928EC71AFC6}" type="slidenum">
              <a:rPr lang="en-AE" smtClean="0"/>
              <a:t>‹#›</a:t>
            </a:fld>
            <a:endParaRPr lang="en-AE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5898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2C19204A-E20B-4057-A660-8ADDD736180F}" type="datetimeFigureOut">
              <a:rPr lang="en-AE" smtClean="0"/>
              <a:t>30/03/2022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C1BDF-30C5-4F9F-8C2A-3928EC71AFC6}" type="slidenum">
              <a:rPr lang="en-AE" smtClean="0"/>
              <a:t>‹#›</a:t>
            </a:fld>
            <a:endParaRPr lang="en-AE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8843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9204A-E20B-4057-A660-8ADDD736180F}" type="datetimeFigureOut">
              <a:rPr lang="en-AE" smtClean="0"/>
              <a:t>30/03/2022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C1BDF-30C5-4F9F-8C2A-3928EC71AFC6}" type="slidenum">
              <a:rPr lang="en-AE" smtClean="0"/>
              <a:t>‹#›</a:t>
            </a:fld>
            <a:endParaRPr lang="en-AE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3284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9204A-E20B-4057-A660-8ADDD736180F}" type="datetimeFigureOut">
              <a:rPr lang="en-AE" smtClean="0"/>
              <a:t>30/03/2022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C1BDF-30C5-4F9F-8C2A-3928EC71AFC6}" type="slidenum">
              <a:rPr lang="en-AE" smtClean="0"/>
              <a:t>‹#›</a:t>
            </a:fld>
            <a:endParaRPr lang="en-AE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9984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19204A-E20B-4057-A660-8ADDD736180F}" type="datetimeFigureOut">
              <a:rPr lang="en-AE" smtClean="0"/>
              <a:t>30/03/2022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974C1BDF-30C5-4F9F-8C2A-3928EC71AFC6}" type="slidenum">
              <a:rPr lang="en-AE" smtClean="0"/>
              <a:t>‹#›</a:t>
            </a:fld>
            <a:endParaRPr lang="en-AE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3061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9C23E4B-6CAB-48AA-9A66-A175C650CC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7779" y="2394408"/>
            <a:ext cx="8637073" cy="949321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5"/>
                </a:solidFill>
                <a:latin typeface="Algerian" panose="04020705040A02060702" pitchFamily="82" charset="0"/>
              </a:rPr>
              <a:t>H</a:t>
            </a:r>
            <a:r>
              <a:rPr lang="en-PK" dirty="0" err="1">
                <a:solidFill>
                  <a:schemeClr val="accent5"/>
                </a:solidFill>
                <a:latin typeface="Algerian" panose="04020705040A02060702" pitchFamily="82" charset="0"/>
              </a:rPr>
              <a:t>adith</a:t>
            </a:r>
            <a:r>
              <a:rPr lang="en-PK" dirty="0">
                <a:solidFill>
                  <a:schemeClr val="accent5"/>
                </a:solidFill>
                <a:latin typeface="Algerian" panose="04020705040A02060702" pitchFamily="82" charset="0"/>
              </a:rPr>
              <a:t> of the day</a:t>
            </a:r>
            <a:endParaRPr lang="en-AE" dirty="0">
              <a:solidFill>
                <a:schemeClr val="accent5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780941AD-DD1A-412A-88B3-BA34CEAD11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80" y="3514272"/>
            <a:ext cx="8637072" cy="1972128"/>
          </a:xfrm>
        </p:spPr>
        <p:txBody>
          <a:bodyPr>
            <a:normAutofit/>
          </a:bodyPr>
          <a:lstStyle/>
          <a:p>
            <a:r>
              <a:rPr lang="en-PK" dirty="0"/>
              <a:t>PRESENTED BY                                   </a:t>
            </a:r>
            <a:r>
              <a:rPr lang="en-US" dirty="0"/>
              <a:t>Muhammad </a:t>
            </a:r>
            <a:r>
              <a:rPr lang="en-US" dirty="0" err="1"/>
              <a:t>taqui</a:t>
            </a:r>
            <a:endParaRPr lang="en-PK" b="1" dirty="0"/>
          </a:p>
          <a:p>
            <a:r>
              <a:rPr lang="en-US" dirty="0"/>
              <a:t>enrollment no                                  01-136221-021</a:t>
            </a:r>
          </a:p>
          <a:p>
            <a:r>
              <a:rPr lang="en-US" dirty="0"/>
              <a:t>Program                                                bs (ai)</a:t>
            </a:r>
          </a:p>
          <a:p>
            <a:r>
              <a:rPr lang="en-US" dirty="0"/>
              <a:t>             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4010883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F4B64D71-9BF3-4E13-8989-8679843DE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45061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 </a:t>
            </a:r>
            <a:r>
              <a:rPr lang="en-US" b="1" dirty="0" err="1"/>
              <a:t>قال</a:t>
            </a:r>
            <a:r>
              <a:rPr lang="en-US" b="1" dirty="0"/>
              <a:t> </a:t>
            </a:r>
            <a:r>
              <a:rPr lang="en-US" b="1" dirty="0" err="1"/>
              <a:t>صلى</a:t>
            </a:r>
            <a:r>
              <a:rPr lang="en-US" b="1" dirty="0"/>
              <a:t> </a:t>
            </a:r>
            <a:r>
              <a:rPr lang="en-US" b="1" dirty="0" err="1"/>
              <a:t>الله</a:t>
            </a:r>
            <a:r>
              <a:rPr lang="en-US" b="1" dirty="0"/>
              <a:t> </a:t>
            </a:r>
            <a:r>
              <a:rPr lang="en-US" b="1" dirty="0" err="1"/>
              <a:t>عليه</a:t>
            </a:r>
            <a:r>
              <a:rPr lang="en-US" b="1" dirty="0"/>
              <a:t> </a:t>
            </a:r>
            <a:r>
              <a:rPr lang="en-US" b="1" dirty="0" err="1"/>
              <a:t>وسلم</a:t>
            </a:r>
            <a:r>
              <a:rPr lang="en-PK" b="1" dirty="0"/>
              <a:t>     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en-US" b="1" dirty="0" err="1"/>
              <a:t>وَمَنْ</a:t>
            </a:r>
            <a:r>
              <a:rPr lang="en-US" b="1" dirty="0"/>
              <a:t> </a:t>
            </a:r>
            <a:r>
              <a:rPr lang="en-US" b="1" dirty="0" err="1"/>
              <a:t>كَانَ</a:t>
            </a:r>
            <a:r>
              <a:rPr lang="en-US" b="1" dirty="0"/>
              <a:t> </a:t>
            </a:r>
            <a:r>
              <a:rPr lang="en-US" b="1" dirty="0" err="1"/>
              <a:t>يُؤْمِنُ</a:t>
            </a:r>
            <a:r>
              <a:rPr lang="en-US" b="1" dirty="0"/>
              <a:t> </a:t>
            </a:r>
            <a:r>
              <a:rPr lang="en-US" b="1" dirty="0" err="1"/>
              <a:t>بِاللَّهِ</a:t>
            </a:r>
            <a:r>
              <a:rPr lang="en-US" b="1" dirty="0"/>
              <a:t> </a:t>
            </a:r>
            <a:r>
              <a:rPr lang="en-US" b="1" dirty="0" err="1"/>
              <a:t>وَالْيَوْمِ</a:t>
            </a:r>
            <a:r>
              <a:rPr lang="en-US" b="1" dirty="0"/>
              <a:t> </a:t>
            </a:r>
            <a:r>
              <a:rPr lang="en-US" b="1" dirty="0" err="1"/>
              <a:t>الآخِرِ</a:t>
            </a:r>
            <a:r>
              <a:rPr lang="en-US" b="1" dirty="0"/>
              <a:t> </a:t>
            </a:r>
            <a:r>
              <a:rPr lang="en-US" b="1" dirty="0" err="1"/>
              <a:t>فَلْيَقُلْ</a:t>
            </a:r>
            <a:r>
              <a:rPr lang="en-US" b="1" dirty="0"/>
              <a:t> </a:t>
            </a:r>
            <a:r>
              <a:rPr lang="en-US" b="1" dirty="0" err="1"/>
              <a:t>خَيْرًا</a:t>
            </a:r>
            <a:r>
              <a:rPr lang="en-US" b="1" dirty="0"/>
              <a:t> </a:t>
            </a:r>
            <a:r>
              <a:rPr lang="en-US" b="1" dirty="0" err="1"/>
              <a:t>أَوْ</a:t>
            </a:r>
            <a:r>
              <a:rPr lang="en-US" b="1" dirty="0"/>
              <a:t> </a:t>
            </a:r>
            <a:r>
              <a:rPr lang="en-US" b="1" dirty="0" err="1"/>
              <a:t>لِيَصْمُتْ</a:t>
            </a:r>
            <a:r>
              <a:rPr lang="en-PK" b="1" dirty="0"/>
              <a:t>                                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(</a:t>
            </a:r>
            <a:r>
              <a:rPr lang="en-US" b="1" dirty="0" err="1"/>
              <a:t>متفق</a:t>
            </a:r>
            <a:r>
              <a:rPr lang="en-US" b="1" dirty="0"/>
              <a:t> </a:t>
            </a:r>
            <a:r>
              <a:rPr lang="en-US" b="1" dirty="0" err="1"/>
              <a:t>علیہ</a:t>
            </a:r>
            <a:r>
              <a:rPr lang="en-US" b="1" dirty="0"/>
              <a:t>)</a:t>
            </a:r>
          </a:p>
          <a:p>
            <a:pPr marL="0" indent="0">
              <a:buNone/>
            </a:pPr>
            <a:r>
              <a:rPr lang="en-US" b="1" dirty="0"/>
              <a:t>                                                                                                              </a:t>
            </a:r>
            <a:r>
              <a:rPr lang="en-US" b="1" dirty="0" err="1"/>
              <a:t>ترجمہ</a:t>
            </a:r>
            <a:r>
              <a:rPr lang="en-US" b="1" dirty="0"/>
              <a:t> </a:t>
            </a:r>
            <a:r>
              <a:rPr lang="en-PK" b="1" dirty="0"/>
              <a:t>                                                                                                                      </a:t>
            </a:r>
            <a:r>
              <a:rPr lang="en-US" b="1" dirty="0"/>
              <a:t>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رسول</a:t>
            </a:r>
            <a:r>
              <a:rPr lang="en-US" dirty="0"/>
              <a:t> </a:t>
            </a:r>
            <a:r>
              <a:rPr lang="en-US" dirty="0" err="1"/>
              <a:t>اللہ</a:t>
            </a:r>
            <a:r>
              <a:rPr lang="en-US" dirty="0"/>
              <a:t> </a:t>
            </a:r>
            <a:r>
              <a:rPr lang="en-US" dirty="0" err="1"/>
              <a:t>صلی</a:t>
            </a:r>
            <a:r>
              <a:rPr lang="en-US" dirty="0"/>
              <a:t> </a:t>
            </a:r>
            <a:r>
              <a:rPr lang="en-US" dirty="0" err="1"/>
              <a:t>اللہ</a:t>
            </a:r>
            <a:r>
              <a:rPr lang="en-US" dirty="0"/>
              <a:t> </a:t>
            </a:r>
            <a:r>
              <a:rPr lang="en-US" dirty="0" err="1"/>
              <a:t>نے</a:t>
            </a:r>
            <a:r>
              <a:rPr lang="en-US" dirty="0"/>
              <a:t> </a:t>
            </a:r>
            <a:r>
              <a:rPr lang="en-US" dirty="0" err="1"/>
              <a:t>فرمایا</a:t>
            </a:r>
            <a:r>
              <a:rPr lang="en-PK" dirty="0"/>
              <a:t>                                                                                   </a:t>
            </a:r>
            <a:r>
              <a:rPr lang="en-US" dirty="0"/>
              <a:t>
</a:t>
            </a:r>
            <a:r>
              <a:rPr lang="en-US" dirty="0" err="1"/>
              <a:t>جو</a:t>
            </a:r>
            <a:r>
              <a:rPr lang="en-US" dirty="0"/>
              <a:t> </a:t>
            </a:r>
            <a:r>
              <a:rPr lang="en-US" dirty="0" err="1"/>
              <a:t>شخص</a:t>
            </a:r>
            <a:r>
              <a:rPr lang="en-US" dirty="0"/>
              <a:t> </a:t>
            </a:r>
            <a:r>
              <a:rPr lang="en-US" dirty="0" err="1"/>
              <a:t>اللہ</a:t>
            </a:r>
            <a:r>
              <a:rPr lang="en-US" dirty="0"/>
              <a:t> </a:t>
            </a:r>
            <a:r>
              <a:rPr lang="en-US" dirty="0" err="1"/>
              <a:t>پر</a:t>
            </a:r>
            <a:r>
              <a:rPr lang="en-US" dirty="0"/>
              <a:t> </a:t>
            </a:r>
            <a:r>
              <a:rPr lang="en-US" dirty="0" err="1"/>
              <a:t>اور</a:t>
            </a:r>
            <a:r>
              <a:rPr lang="en-US" dirty="0"/>
              <a:t> </a:t>
            </a:r>
            <a:r>
              <a:rPr lang="en-US" dirty="0" err="1"/>
              <a:t>قیامت</a:t>
            </a:r>
            <a:r>
              <a:rPr lang="en-US" dirty="0"/>
              <a:t> </a:t>
            </a:r>
            <a:r>
              <a:rPr lang="en-US" dirty="0" err="1"/>
              <a:t>کے</a:t>
            </a:r>
            <a:r>
              <a:rPr lang="en-US" dirty="0"/>
              <a:t> </a:t>
            </a:r>
            <a:r>
              <a:rPr lang="en-US" dirty="0" err="1"/>
              <a:t>دن</a:t>
            </a:r>
            <a:r>
              <a:rPr lang="en-US" dirty="0"/>
              <a:t> </a:t>
            </a:r>
            <a:r>
              <a:rPr lang="en-US" dirty="0" err="1"/>
              <a:t>پر</a:t>
            </a:r>
            <a:r>
              <a:rPr lang="en-US" dirty="0"/>
              <a:t> </a:t>
            </a:r>
            <a:r>
              <a:rPr lang="en-US" dirty="0" err="1"/>
              <a:t>ایمان</a:t>
            </a:r>
            <a:r>
              <a:rPr lang="en-US" dirty="0"/>
              <a:t> </a:t>
            </a:r>
            <a:r>
              <a:rPr lang="en-US" dirty="0" err="1"/>
              <a:t>رکھتا</a:t>
            </a:r>
            <a:r>
              <a:rPr lang="en-US" dirty="0"/>
              <a:t> </a:t>
            </a:r>
            <a:r>
              <a:rPr lang="en-US" dirty="0" err="1"/>
              <a:t>ہے</a:t>
            </a:r>
            <a:r>
              <a:rPr lang="en-US" dirty="0"/>
              <a:t> </a:t>
            </a:r>
            <a:r>
              <a:rPr lang="en-US" dirty="0" err="1"/>
              <a:t>اسے</a:t>
            </a:r>
            <a:r>
              <a:rPr lang="en-US" dirty="0"/>
              <a:t> </a:t>
            </a:r>
            <a:r>
              <a:rPr lang="en-US" dirty="0" err="1"/>
              <a:t>چاہیے</a:t>
            </a:r>
            <a:r>
              <a:rPr lang="en-US" dirty="0"/>
              <a:t> </a:t>
            </a:r>
            <a:r>
              <a:rPr lang="en-US" dirty="0" err="1"/>
              <a:t>کہ</a:t>
            </a:r>
            <a:r>
              <a:rPr lang="en-US" dirty="0"/>
              <a:t> </a:t>
            </a:r>
            <a:r>
              <a:rPr lang="en-US" dirty="0" err="1"/>
              <a:t>اچھی</a:t>
            </a:r>
            <a:r>
              <a:rPr lang="en-US" dirty="0"/>
              <a:t> </a:t>
            </a:r>
            <a:r>
              <a:rPr lang="en-US" dirty="0" err="1"/>
              <a:t>بات</a:t>
            </a:r>
            <a:r>
              <a:rPr lang="en-US" dirty="0"/>
              <a:t> </a:t>
            </a:r>
            <a:r>
              <a:rPr lang="en-US" dirty="0" err="1"/>
              <a:t>کہے</a:t>
            </a:r>
            <a:r>
              <a:rPr lang="en-US" dirty="0"/>
              <a:t> </a:t>
            </a:r>
            <a:r>
              <a:rPr lang="en-US" dirty="0" err="1"/>
              <a:t>یا</a:t>
            </a:r>
            <a:r>
              <a:rPr lang="en-US" dirty="0"/>
              <a:t> </a:t>
            </a:r>
            <a:r>
              <a:rPr lang="en-US" dirty="0" err="1"/>
              <a:t>خاموش</a:t>
            </a:r>
            <a:r>
              <a:rPr lang="en-US" dirty="0"/>
              <a:t> </a:t>
            </a:r>
            <a:r>
              <a:rPr lang="en-US" dirty="0" err="1"/>
              <a:t>رہے</a:t>
            </a:r>
            <a:r>
              <a:rPr lang="en-US" dirty="0"/>
              <a:t>۔</a:t>
            </a:r>
          </a:p>
          <a:p>
            <a:pPr marL="0" indent="0">
              <a:buNone/>
            </a:pPr>
            <a:r>
              <a:rPr lang="en-US" dirty="0"/>
              <a:t>(</a:t>
            </a:r>
            <a:r>
              <a:rPr lang="en-US" dirty="0" err="1"/>
              <a:t>سنن</a:t>
            </a:r>
            <a:r>
              <a:rPr lang="en-US" dirty="0"/>
              <a:t> </a:t>
            </a:r>
            <a:r>
              <a:rPr lang="en-US" dirty="0" err="1"/>
              <a:t>ابن</a:t>
            </a:r>
            <a:r>
              <a:rPr lang="en-US" dirty="0"/>
              <a:t> </a:t>
            </a:r>
            <a:r>
              <a:rPr lang="en-US" dirty="0" err="1"/>
              <a:t>ماجہ</a:t>
            </a:r>
            <a:r>
              <a:rPr lang="en-US" dirty="0"/>
              <a:t> </a:t>
            </a:r>
            <a:r>
              <a:rPr lang="en-US" dirty="0" err="1"/>
              <a:t>جلد</a:t>
            </a:r>
            <a:r>
              <a:rPr lang="en-US" dirty="0"/>
              <a:t> </a:t>
            </a:r>
            <a:r>
              <a:rPr lang="en-US" dirty="0" err="1"/>
              <a:t>پنجم</a:t>
            </a:r>
            <a:r>
              <a:rPr lang="en-US" dirty="0"/>
              <a:t>)</a:t>
            </a:r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xmlns="" id="{FFA5087C-D786-40E4-BC67-3F792AB0D1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783" y="397562"/>
            <a:ext cx="7011972" cy="1618170"/>
          </a:xfrm>
        </p:spPr>
      </p:pic>
    </p:spTree>
    <p:extLst>
      <p:ext uri="{BB962C8B-B14F-4D97-AF65-F5344CB8AC3E}">
        <p14:creationId xmlns:p14="http://schemas.microsoft.com/office/powerpoint/2010/main" val="1578307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9B707E8-466B-B346-B07E-7A3DF20D8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25485"/>
            <a:ext cx="9603275" cy="62826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5"/>
                </a:solidFill>
                <a:latin typeface="Algerian" panose="04020705040A02060702" pitchFamily="82" charset="0"/>
              </a:rPr>
              <a:t>English Translation: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9621C8A-BED7-7849-8337-0CDD20509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2009513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Prophet Muhammad (PBUH) said</a:t>
            </a:r>
          </a:p>
          <a:p>
            <a:pPr marL="0" indent="0">
              <a:buNone/>
            </a:pPr>
            <a:r>
              <a:rPr lang="en-US" dirty="0"/>
              <a:t>“Speak good words or remain silent”</a:t>
            </a:r>
          </a:p>
        </p:txBody>
      </p:sp>
    </p:spTree>
    <p:extLst>
      <p:ext uri="{BB962C8B-B14F-4D97-AF65-F5344CB8AC3E}">
        <p14:creationId xmlns:p14="http://schemas.microsoft.com/office/powerpoint/2010/main" val="2689782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751FAB6-9ECB-4856-A6D7-0D130A02A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34910"/>
            <a:ext cx="9603275" cy="52790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5"/>
                </a:solidFill>
                <a:latin typeface="Algerian" panose="04020705040A02060702" pitchFamily="82" charset="0"/>
              </a:rPr>
              <a:t>Stay silent when:</a:t>
            </a:r>
            <a:r>
              <a:rPr lang="en-US" b="1" dirty="0"/>
              <a:t/>
            </a:r>
            <a:br>
              <a:rPr lang="en-US" b="1" dirty="0"/>
            </a:b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1901378-8DEA-43ED-934A-DAFA8B31A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have nothing to say.</a:t>
            </a:r>
          </a:p>
          <a:p>
            <a:r>
              <a:rPr lang="en-US" dirty="0"/>
              <a:t>You need time to solidify your reaction.</a:t>
            </a:r>
          </a:p>
          <a:p>
            <a:r>
              <a:rPr lang="en-US" dirty="0"/>
              <a:t>You don’t have a receptive listener.</a:t>
            </a:r>
          </a:p>
          <a:p>
            <a:r>
              <a:rPr lang="en-US" smtClean="0"/>
              <a:t>It’s </a:t>
            </a:r>
            <a:r>
              <a:rPr lang="en-US" dirty="0"/>
              <a:t>better left unsaid.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63366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7830DB7C-EF4B-9E40-941C-674882EB56B0}"/>
              </a:ext>
            </a:extLst>
          </p:cNvPr>
          <p:cNvSpPr txBox="1"/>
          <p:nvPr/>
        </p:nvSpPr>
        <p:spPr>
          <a:xfrm>
            <a:off x="3470902" y="2875002"/>
            <a:ext cx="611224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K" sz="6600" dirty="0">
                <a:solidFill>
                  <a:srgbClr val="00B050"/>
                </a:solidFill>
                <a:latin typeface="Algerian" panose="04020705040A02060702" pitchFamily="82" charset="0"/>
              </a:rPr>
              <a:t>THANK YOU</a:t>
            </a:r>
            <a:endParaRPr lang="en-US" sz="6600" dirty="0">
              <a:solidFill>
                <a:srgbClr val="00B05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1984632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66</TotalTime>
  <Words>96</Words>
  <Application>Microsoft Office PowerPoint</Application>
  <PresentationFormat>Widescreen</PresentationFormat>
  <Paragraphs>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Algerian</vt:lpstr>
      <vt:lpstr>Arial</vt:lpstr>
      <vt:lpstr>Gill Sans MT</vt:lpstr>
      <vt:lpstr>Gallery</vt:lpstr>
      <vt:lpstr>Hadith of the day</vt:lpstr>
      <vt:lpstr>PowerPoint Presentation</vt:lpstr>
      <vt:lpstr>English Translation: </vt:lpstr>
      <vt:lpstr>Stay silent when: 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Taqui</dc:creator>
  <cp:lastModifiedBy>HP 840 (G3) TS</cp:lastModifiedBy>
  <cp:revision>6</cp:revision>
  <dcterms:created xsi:type="dcterms:W3CDTF">2022-03-22T15:09:01Z</dcterms:created>
  <dcterms:modified xsi:type="dcterms:W3CDTF">2022-03-30T02:05:35Z</dcterms:modified>
</cp:coreProperties>
</file>