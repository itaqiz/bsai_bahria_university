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5CF870-5672-4300-9A81-8CAB1118776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CC20AD-26CD-4D29-AD73-B1BA21FC2C94}">
      <dgm:prSet/>
      <dgm:spPr/>
      <dgm:t>
        <a:bodyPr/>
        <a:lstStyle/>
        <a:p>
          <a:r>
            <a:rPr lang="en-US" b="1"/>
            <a:t>Muhammad Taqui  021</a:t>
          </a:r>
          <a:endParaRPr lang="en-US"/>
        </a:p>
      </dgm:t>
    </dgm:pt>
    <dgm:pt modelId="{73F7BDC7-8D9E-4257-A464-B11CD146615A}" type="parTrans" cxnId="{94AD80C0-4E1A-4931-9E67-A7F524C35F8D}">
      <dgm:prSet/>
      <dgm:spPr/>
      <dgm:t>
        <a:bodyPr/>
        <a:lstStyle/>
        <a:p>
          <a:endParaRPr lang="en-US"/>
        </a:p>
      </dgm:t>
    </dgm:pt>
    <dgm:pt modelId="{C5661462-5D6D-4803-B0E6-CEE3E38217E6}" type="sibTrans" cxnId="{94AD80C0-4E1A-4931-9E67-A7F524C35F8D}">
      <dgm:prSet/>
      <dgm:spPr/>
      <dgm:t>
        <a:bodyPr/>
        <a:lstStyle/>
        <a:p>
          <a:endParaRPr lang="en-US"/>
        </a:p>
      </dgm:t>
    </dgm:pt>
    <dgm:pt modelId="{2289C581-FC86-4857-8ECC-C42E6F9EA4CB}">
      <dgm:prSet/>
      <dgm:spPr/>
      <dgm:t>
        <a:bodyPr/>
        <a:lstStyle/>
        <a:p>
          <a:r>
            <a:rPr lang="en-US" b="1"/>
            <a:t>Babar Ali 051</a:t>
          </a:r>
          <a:endParaRPr lang="en-US"/>
        </a:p>
      </dgm:t>
    </dgm:pt>
    <dgm:pt modelId="{739DB51B-8F1A-4305-9497-1891158E0BC8}" type="parTrans" cxnId="{F4081405-6295-4F9E-9CE4-2C8DC6418004}">
      <dgm:prSet/>
      <dgm:spPr/>
      <dgm:t>
        <a:bodyPr/>
        <a:lstStyle/>
        <a:p>
          <a:endParaRPr lang="en-US"/>
        </a:p>
      </dgm:t>
    </dgm:pt>
    <dgm:pt modelId="{8FBCFAF7-CF3F-4733-BA6A-DCAA47B7E40C}" type="sibTrans" cxnId="{F4081405-6295-4F9E-9CE4-2C8DC6418004}">
      <dgm:prSet/>
      <dgm:spPr/>
      <dgm:t>
        <a:bodyPr/>
        <a:lstStyle/>
        <a:p>
          <a:endParaRPr lang="en-US"/>
        </a:p>
      </dgm:t>
    </dgm:pt>
    <dgm:pt modelId="{9D54F88C-C0E9-4DEF-98B4-0B6A012B89B9}">
      <dgm:prSet/>
      <dgm:spPr/>
      <dgm:t>
        <a:bodyPr/>
        <a:lstStyle/>
        <a:p>
          <a:r>
            <a:rPr lang="en-US" b="1"/>
            <a:t>Zain ul Abadeen 029</a:t>
          </a:r>
          <a:endParaRPr lang="en-US"/>
        </a:p>
      </dgm:t>
    </dgm:pt>
    <dgm:pt modelId="{5289F114-14BD-4D86-9752-EE3F138DD936}" type="parTrans" cxnId="{450A090A-C2F8-43AB-9657-2913659096D1}">
      <dgm:prSet/>
      <dgm:spPr/>
      <dgm:t>
        <a:bodyPr/>
        <a:lstStyle/>
        <a:p>
          <a:endParaRPr lang="en-US"/>
        </a:p>
      </dgm:t>
    </dgm:pt>
    <dgm:pt modelId="{37BFF5B0-A1FF-48F1-89BC-C7651F4D49D3}" type="sibTrans" cxnId="{450A090A-C2F8-43AB-9657-2913659096D1}">
      <dgm:prSet/>
      <dgm:spPr/>
      <dgm:t>
        <a:bodyPr/>
        <a:lstStyle/>
        <a:p>
          <a:endParaRPr lang="en-US"/>
        </a:p>
      </dgm:t>
    </dgm:pt>
    <dgm:pt modelId="{8B9B5C7C-EDC4-4A49-BA90-428079100781}">
      <dgm:prSet/>
      <dgm:spPr/>
      <dgm:t>
        <a:bodyPr/>
        <a:lstStyle/>
        <a:p>
          <a:r>
            <a:rPr lang="en-US" b="1"/>
            <a:t>Usman Iftikhar 022</a:t>
          </a:r>
          <a:endParaRPr lang="en-US"/>
        </a:p>
      </dgm:t>
    </dgm:pt>
    <dgm:pt modelId="{D837F774-2C8D-4DF4-A876-D12AD1956E1A}" type="parTrans" cxnId="{C8BA7004-3EF5-499C-BDAC-AB738F575952}">
      <dgm:prSet/>
      <dgm:spPr/>
      <dgm:t>
        <a:bodyPr/>
        <a:lstStyle/>
        <a:p>
          <a:endParaRPr lang="en-US"/>
        </a:p>
      </dgm:t>
    </dgm:pt>
    <dgm:pt modelId="{C2880694-2A49-4E58-AFC0-50FDE906E266}" type="sibTrans" cxnId="{C8BA7004-3EF5-499C-BDAC-AB738F575952}">
      <dgm:prSet/>
      <dgm:spPr/>
      <dgm:t>
        <a:bodyPr/>
        <a:lstStyle/>
        <a:p>
          <a:endParaRPr lang="en-US"/>
        </a:p>
      </dgm:t>
    </dgm:pt>
    <dgm:pt modelId="{3FD572F2-FDB7-4A5C-9647-2CC5A4ABE3F1}" type="pres">
      <dgm:prSet presAssocID="{5B5CF870-5672-4300-9A81-8CAB1118776A}" presName="linear" presStyleCnt="0">
        <dgm:presLayoutVars>
          <dgm:animLvl val="lvl"/>
          <dgm:resizeHandles val="exact"/>
        </dgm:presLayoutVars>
      </dgm:prSet>
      <dgm:spPr/>
    </dgm:pt>
    <dgm:pt modelId="{47286958-5212-4F1E-8893-4FDD7DF97D6E}" type="pres">
      <dgm:prSet presAssocID="{FFCC20AD-26CD-4D29-AD73-B1BA21FC2C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DF976C-66EA-4C0A-A97F-6DE4247CDF77}" type="pres">
      <dgm:prSet presAssocID="{C5661462-5D6D-4803-B0E6-CEE3E38217E6}" presName="spacer" presStyleCnt="0"/>
      <dgm:spPr/>
    </dgm:pt>
    <dgm:pt modelId="{F40508A7-BA77-42BC-843C-8FDEBD3851E5}" type="pres">
      <dgm:prSet presAssocID="{2289C581-FC86-4857-8ECC-C42E6F9EA4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88F63D-D567-4791-AE92-2438B678BEE0}" type="pres">
      <dgm:prSet presAssocID="{8FBCFAF7-CF3F-4733-BA6A-DCAA47B7E40C}" presName="spacer" presStyleCnt="0"/>
      <dgm:spPr/>
    </dgm:pt>
    <dgm:pt modelId="{73B835BC-4370-4748-BD57-4FCDDCC6A13D}" type="pres">
      <dgm:prSet presAssocID="{9D54F88C-C0E9-4DEF-98B4-0B6A012B89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36FF6CF-AD91-4381-B74A-00210F2001B8}" type="pres">
      <dgm:prSet presAssocID="{37BFF5B0-A1FF-48F1-89BC-C7651F4D49D3}" presName="spacer" presStyleCnt="0"/>
      <dgm:spPr/>
    </dgm:pt>
    <dgm:pt modelId="{579BE98F-1B75-464C-9548-181E0D1EC1C3}" type="pres">
      <dgm:prSet presAssocID="{8B9B5C7C-EDC4-4A49-BA90-4280791007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8BA7004-3EF5-499C-BDAC-AB738F575952}" srcId="{5B5CF870-5672-4300-9A81-8CAB1118776A}" destId="{8B9B5C7C-EDC4-4A49-BA90-428079100781}" srcOrd="3" destOrd="0" parTransId="{D837F774-2C8D-4DF4-A876-D12AD1956E1A}" sibTransId="{C2880694-2A49-4E58-AFC0-50FDE906E266}"/>
    <dgm:cxn modelId="{F4081405-6295-4F9E-9CE4-2C8DC6418004}" srcId="{5B5CF870-5672-4300-9A81-8CAB1118776A}" destId="{2289C581-FC86-4857-8ECC-C42E6F9EA4CB}" srcOrd="1" destOrd="0" parTransId="{739DB51B-8F1A-4305-9497-1891158E0BC8}" sibTransId="{8FBCFAF7-CF3F-4733-BA6A-DCAA47B7E40C}"/>
    <dgm:cxn modelId="{450A090A-C2F8-43AB-9657-2913659096D1}" srcId="{5B5CF870-5672-4300-9A81-8CAB1118776A}" destId="{9D54F88C-C0E9-4DEF-98B4-0B6A012B89B9}" srcOrd="2" destOrd="0" parTransId="{5289F114-14BD-4D86-9752-EE3F138DD936}" sibTransId="{37BFF5B0-A1FF-48F1-89BC-C7651F4D49D3}"/>
    <dgm:cxn modelId="{BFAA6A25-7921-448B-81E1-00C6B8B736D3}" type="presOf" srcId="{2289C581-FC86-4857-8ECC-C42E6F9EA4CB}" destId="{F40508A7-BA77-42BC-843C-8FDEBD3851E5}" srcOrd="0" destOrd="0" presId="urn:microsoft.com/office/officeart/2005/8/layout/vList2"/>
    <dgm:cxn modelId="{73C1643E-CE16-4007-B670-4E7D5FADBB24}" type="presOf" srcId="{FFCC20AD-26CD-4D29-AD73-B1BA21FC2C94}" destId="{47286958-5212-4F1E-8893-4FDD7DF97D6E}" srcOrd="0" destOrd="0" presId="urn:microsoft.com/office/officeart/2005/8/layout/vList2"/>
    <dgm:cxn modelId="{514F5542-109C-42AD-ACE9-91E6882984A4}" type="presOf" srcId="{5B5CF870-5672-4300-9A81-8CAB1118776A}" destId="{3FD572F2-FDB7-4A5C-9647-2CC5A4ABE3F1}" srcOrd="0" destOrd="0" presId="urn:microsoft.com/office/officeart/2005/8/layout/vList2"/>
    <dgm:cxn modelId="{1D1B0BAC-C456-487D-941C-21945EDDF00F}" type="presOf" srcId="{9D54F88C-C0E9-4DEF-98B4-0B6A012B89B9}" destId="{73B835BC-4370-4748-BD57-4FCDDCC6A13D}" srcOrd="0" destOrd="0" presId="urn:microsoft.com/office/officeart/2005/8/layout/vList2"/>
    <dgm:cxn modelId="{94AD80C0-4E1A-4931-9E67-A7F524C35F8D}" srcId="{5B5CF870-5672-4300-9A81-8CAB1118776A}" destId="{FFCC20AD-26CD-4D29-AD73-B1BA21FC2C94}" srcOrd="0" destOrd="0" parTransId="{73F7BDC7-8D9E-4257-A464-B11CD146615A}" sibTransId="{C5661462-5D6D-4803-B0E6-CEE3E38217E6}"/>
    <dgm:cxn modelId="{66E16EE8-855C-4FFE-A3C3-862BA7005CC5}" type="presOf" srcId="{8B9B5C7C-EDC4-4A49-BA90-428079100781}" destId="{579BE98F-1B75-464C-9548-181E0D1EC1C3}" srcOrd="0" destOrd="0" presId="urn:microsoft.com/office/officeart/2005/8/layout/vList2"/>
    <dgm:cxn modelId="{3DB89DCF-F9C4-44B0-A613-A7FF3CB1674F}" type="presParOf" srcId="{3FD572F2-FDB7-4A5C-9647-2CC5A4ABE3F1}" destId="{47286958-5212-4F1E-8893-4FDD7DF97D6E}" srcOrd="0" destOrd="0" presId="urn:microsoft.com/office/officeart/2005/8/layout/vList2"/>
    <dgm:cxn modelId="{169F0E22-FAC8-4493-A516-F890C9C0DE26}" type="presParOf" srcId="{3FD572F2-FDB7-4A5C-9647-2CC5A4ABE3F1}" destId="{4FDF976C-66EA-4C0A-A97F-6DE4247CDF77}" srcOrd="1" destOrd="0" presId="urn:microsoft.com/office/officeart/2005/8/layout/vList2"/>
    <dgm:cxn modelId="{EF166F19-384E-4FBD-8144-9306F153838A}" type="presParOf" srcId="{3FD572F2-FDB7-4A5C-9647-2CC5A4ABE3F1}" destId="{F40508A7-BA77-42BC-843C-8FDEBD3851E5}" srcOrd="2" destOrd="0" presId="urn:microsoft.com/office/officeart/2005/8/layout/vList2"/>
    <dgm:cxn modelId="{F7E0A64E-B938-45AF-B84A-2980500D025C}" type="presParOf" srcId="{3FD572F2-FDB7-4A5C-9647-2CC5A4ABE3F1}" destId="{9888F63D-D567-4791-AE92-2438B678BEE0}" srcOrd="3" destOrd="0" presId="urn:microsoft.com/office/officeart/2005/8/layout/vList2"/>
    <dgm:cxn modelId="{8E23446D-370A-4376-B365-7FEC425670F6}" type="presParOf" srcId="{3FD572F2-FDB7-4A5C-9647-2CC5A4ABE3F1}" destId="{73B835BC-4370-4748-BD57-4FCDDCC6A13D}" srcOrd="4" destOrd="0" presId="urn:microsoft.com/office/officeart/2005/8/layout/vList2"/>
    <dgm:cxn modelId="{8E3873DA-E116-419F-916C-55FFDD86CB8E}" type="presParOf" srcId="{3FD572F2-FDB7-4A5C-9647-2CC5A4ABE3F1}" destId="{B36FF6CF-AD91-4381-B74A-00210F2001B8}" srcOrd="5" destOrd="0" presId="urn:microsoft.com/office/officeart/2005/8/layout/vList2"/>
    <dgm:cxn modelId="{2ED8F1BC-CE63-4220-BA7A-D8486F8DE85E}" type="presParOf" srcId="{3FD572F2-FDB7-4A5C-9647-2CC5A4ABE3F1}" destId="{579BE98F-1B75-464C-9548-181E0D1EC1C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9866EC-3E94-41B5-849A-BEE00B3DF64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4E94C5-E407-44BE-9B30-7440EF4B2AF4}">
      <dgm:prSet/>
      <dgm:spPr/>
      <dgm:t>
        <a:bodyPr/>
        <a:lstStyle/>
        <a:p>
          <a:r>
            <a:rPr lang="en-US" b="1"/>
            <a:t>Factors:</a:t>
          </a:r>
          <a:endParaRPr lang="en-US"/>
        </a:p>
      </dgm:t>
    </dgm:pt>
    <dgm:pt modelId="{820E0507-32C5-4C23-982E-201FAF58C69B}" type="parTrans" cxnId="{C2BFB095-6E2B-4B75-9CF9-8403B5F51210}">
      <dgm:prSet/>
      <dgm:spPr/>
      <dgm:t>
        <a:bodyPr/>
        <a:lstStyle/>
        <a:p>
          <a:endParaRPr lang="en-US"/>
        </a:p>
      </dgm:t>
    </dgm:pt>
    <dgm:pt modelId="{6D5F9E2E-D3AE-4A35-8495-AF7AF5A84971}" type="sibTrans" cxnId="{C2BFB095-6E2B-4B75-9CF9-8403B5F51210}">
      <dgm:prSet/>
      <dgm:spPr/>
      <dgm:t>
        <a:bodyPr/>
        <a:lstStyle/>
        <a:p>
          <a:endParaRPr lang="en-US"/>
        </a:p>
      </dgm:t>
    </dgm:pt>
    <dgm:pt modelId="{B0937686-B356-42CC-A624-35C5B1082EB1}">
      <dgm:prSet/>
      <dgm:spPr/>
      <dgm:t>
        <a:bodyPr/>
        <a:lstStyle/>
        <a:p>
          <a:r>
            <a:rPr lang="en-US"/>
            <a:t>Ambient Temperature: Variations impact internal climate.</a:t>
          </a:r>
        </a:p>
      </dgm:t>
    </dgm:pt>
    <dgm:pt modelId="{223DCBAA-384E-4B11-B1E6-505821A635C4}" type="parTrans" cxnId="{25B8B122-22ED-4477-9E56-853770E9B3B8}">
      <dgm:prSet/>
      <dgm:spPr/>
      <dgm:t>
        <a:bodyPr/>
        <a:lstStyle/>
        <a:p>
          <a:endParaRPr lang="en-US"/>
        </a:p>
      </dgm:t>
    </dgm:pt>
    <dgm:pt modelId="{42FC61DC-503B-4413-95B9-D446C17C2FAF}" type="sibTrans" cxnId="{25B8B122-22ED-4477-9E56-853770E9B3B8}">
      <dgm:prSet/>
      <dgm:spPr/>
      <dgm:t>
        <a:bodyPr/>
        <a:lstStyle/>
        <a:p>
          <a:endParaRPr lang="en-US"/>
        </a:p>
      </dgm:t>
    </dgm:pt>
    <dgm:pt modelId="{007A6E25-8965-48CD-BAE2-1AE45399E881}">
      <dgm:prSet/>
      <dgm:spPr/>
      <dgm:t>
        <a:bodyPr/>
        <a:lstStyle/>
        <a:p>
          <a:r>
            <a:rPr lang="en-US"/>
            <a:t>Sunlight Intensity: Changes daily/seasonally; affects temperature and photosynthesis.</a:t>
          </a:r>
        </a:p>
      </dgm:t>
    </dgm:pt>
    <dgm:pt modelId="{D777EEA7-8D28-41A0-8318-17A4B53181BC}" type="parTrans" cxnId="{B12B86F7-BE43-4CA5-9F74-8E2A7CDA0CBA}">
      <dgm:prSet/>
      <dgm:spPr/>
      <dgm:t>
        <a:bodyPr/>
        <a:lstStyle/>
        <a:p>
          <a:endParaRPr lang="en-US"/>
        </a:p>
      </dgm:t>
    </dgm:pt>
    <dgm:pt modelId="{EEAB5F47-B218-44A2-A011-1A22AF8BC3D3}" type="sibTrans" cxnId="{B12B86F7-BE43-4CA5-9F74-8E2A7CDA0CBA}">
      <dgm:prSet/>
      <dgm:spPr/>
      <dgm:t>
        <a:bodyPr/>
        <a:lstStyle/>
        <a:p>
          <a:endParaRPr lang="en-US"/>
        </a:p>
      </dgm:t>
    </dgm:pt>
    <dgm:pt modelId="{6F8BC668-618E-4DE5-B07E-910264340EE6}">
      <dgm:prSet/>
      <dgm:spPr/>
      <dgm:t>
        <a:bodyPr/>
        <a:lstStyle/>
        <a:p>
          <a:r>
            <a:rPr lang="en-US"/>
            <a:t>Humidity Levels: Fluctuates with weather and watering; crucial for plant health.</a:t>
          </a:r>
        </a:p>
      </dgm:t>
    </dgm:pt>
    <dgm:pt modelId="{085B0D61-F9AE-4DCC-8EB6-9F08DE02121C}" type="parTrans" cxnId="{823C2FDB-61BF-440D-A8A8-667312ACA616}">
      <dgm:prSet/>
      <dgm:spPr/>
      <dgm:t>
        <a:bodyPr/>
        <a:lstStyle/>
        <a:p>
          <a:endParaRPr lang="en-US"/>
        </a:p>
      </dgm:t>
    </dgm:pt>
    <dgm:pt modelId="{171127EB-1131-476E-857C-F25017F7795C}" type="sibTrans" cxnId="{823C2FDB-61BF-440D-A8A8-667312ACA616}">
      <dgm:prSet/>
      <dgm:spPr/>
      <dgm:t>
        <a:bodyPr/>
        <a:lstStyle/>
        <a:p>
          <a:endParaRPr lang="en-US"/>
        </a:p>
      </dgm:t>
    </dgm:pt>
    <dgm:pt modelId="{CA4D3CF4-F996-4D06-9718-5D68D3D5C739}">
      <dgm:prSet/>
      <dgm:spPr/>
      <dgm:t>
        <a:bodyPr/>
        <a:lstStyle/>
        <a:p>
          <a:r>
            <a:rPr lang="en-US" b="1"/>
            <a:t>Challenges:</a:t>
          </a:r>
          <a:endParaRPr lang="en-US"/>
        </a:p>
      </dgm:t>
    </dgm:pt>
    <dgm:pt modelId="{B5489056-CD97-4420-8B79-3B7FCEA941C2}" type="parTrans" cxnId="{F2E16AAA-312F-4A03-B037-96BD4D2AF173}">
      <dgm:prSet/>
      <dgm:spPr/>
      <dgm:t>
        <a:bodyPr/>
        <a:lstStyle/>
        <a:p>
          <a:endParaRPr lang="en-US"/>
        </a:p>
      </dgm:t>
    </dgm:pt>
    <dgm:pt modelId="{636600B4-67A1-4597-A88A-24B037F68BEE}" type="sibTrans" cxnId="{F2E16AAA-312F-4A03-B037-96BD4D2AF173}">
      <dgm:prSet/>
      <dgm:spPr/>
      <dgm:t>
        <a:bodyPr/>
        <a:lstStyle/>
        <a:p>
          <a:endParaRPr lang="en-US"/>
        </a:p>
      </dgm:t>
    </dgm:pt>
    <dgm:pt modelId="{2723B0CF-B2F7-4365-9B97-225F7AB9A395}">
      <dgm:prSet/>
      <dgm:spPr/>
      <dgm:t>
        <a:bodyPr/>
        <a:lstStyle/>
        <a:p>
          <a:r>
            <a:rPr lang="en-US"/>
            <a:t>Interdependencies: Adjusting one factor affects others; requires balanced control.</a:t>
          </a:r>
        </a:p>
      </dgm:t>
    </dgm:pt>
    <dgm:pt modelId="{F615F08E-8C7B-4A09-BCDA-277E145C7EAA}" type="parTrans" cxnId="{9EF12836-EE6C-48CD-A136-B3660928A465}">
      <dgm:prSet/>
      <dgm:spPr/>
      <dgm:t>
        <a:bodyPr/>
        <a:lstStyle/>
        <a:p>
          <a:endParaRPr lang="en-US"/>
        </a:p>
      </dgm:t>
    </dgm:pt>
    <dgm:pt modelId="{BD526EA9-07F3-4B16-A627-7F5254DC137E}" type="sibTrans" cxnId="{9EF12836-EE6C-48CD-A136-B3660928A465}">
      <dgm:prSet/>
      <dgm:spPr/>
      <dgm:t>
        <a:bodyPr/>
        <a:lstStyle/>
        <a:p>
          <a:endParaRPr lang="en-US"/>
        </a:p>
      </dgm:t>
    </dgm:pt>
    <dgm:pt modelId="{955AD4E7-BB32-4D0E-96DA-FB6964130D30}">
      <dgm:prSet/>
      <dgm:spPr/>
      <dgm:t>
        <a:bodyPr/>
        <a:lstStyle/>
        <a:p>
          <a:r>
            <a:rPr lang="en-US"/>
            <a:t>Non-linear Behavior: Small changes can have large, unpredictable effects.</a:t>
          </a:r>
        </a:p>
      </dgm:t>
    </dgm:pt>
    <dgm:pt modelId="{58FFD60D-ECE8-4627-9BEA-EA08EF9D6CE0}" type="parTrans" cxnId="{93940953-18D0-48D3-8189-58F980306CD8}">
      <dgm:prSet/>
      <dgm:spPr/>
      <dgm:t>
        <a:bodyPr/>
        <a:lstStyle/>
        <a:p>
          <a:endParaRPr lang="en-US"/>
        </a:p>
      </dgm:t>
    </dgm:pt>
    <dgm:pt modelId="{2AF15ADA-91AB-4267-928B-6145975C735D}" type="sibTrans" cxnId="{93940953-18D0-48D3-8189-58F980306CD8}">
      <dgm:prSet/>
      <dgm:spPr/>
      <dgm:t>
        <a:bodyPr/>
        <a:lstStyle/>
        <a:p>
          <a:endParaRPr lang="en-US"/>
        </a:p>
      </dgm:t>
    </dgm:pt>
    <dgm:pt modelId="{244E50E2-9321-45C2-9C1A-5394F80B15E9}">
      <dgm:prSet/>
      <dgm:spPr/>
      <dgm:t>
        <a:bodyPr/>
        <a:lstStyle/>
        <a:p>
          <a:r>
            <a:rPr lang="en-US"/>
            <a:t>Measurement Uncertainty: Sensor errors and environmental noise complicate control.</a:t>
          </a:r>
        </a:p>
      </dgm:t>
    </dgm:pt>
    <dgm:pt modelId="{37951F9C-8F2F-44C9-B5D4-A66E5CBF54A7}" type="parTrans" cxnId="{408C34C7-65E6-4F18-9A43-A546E8872131}">
      <dgm:prSet/>
      <dgm:spPr/>
      <dgm:t>
        <a:bodyPr/>
        <a:lstStyle/>
        <a:p>
          <a:endParaRPr lang="en-US"/>
        </a:p>
      </dgm:t>
    </dgm:pt>
    <dgm:pt modelId="{02F01A91-43C3-4AAB-A995-8CBC8888457D}" type="sibTrans" cxnId="{408C34C7-65E6-4F18-9A43-A546E8872131}">
      <dgm:prSet/>
      <dgm:spPr/>
      <dgm:t>
        <a:bodyPr/>
        <a:lstStyle/>
        <a:p>
          <a:endParaRPr lang="en-US"/>
        </a:p>
      </dgm:t>
    </dgm:pt>
    <dgm:pt modelId="{E9748739-6A32-4727-AFCB-8C88F5CD4EFE}" type="pres">
      <dgm:prSet presAssocID="{969866EC-3E94-41B5-849A-BEE00B3DF643}" presName="diagram" presStyleCnt="0">
        <dgm:presLayoutVars>
          <dgm:dir/>
          <dgm:resizeHandles val="exact"/>
        </dgm:presLayoutVars>
      </dgm:prSet>
      <dgm:spPr/>
    </dgm:pt>
    <dgm:pt modelId="{8D93AD04-22C1-4ED9-A6B1-435BB2DA239C}" type="pres">
      <dgm:prSet presAssocID="{3A4E94C5-E407-44BE-9B30-7440EF4B2AF4}" presName="node" presStyleLbl="node1" presStyleIdx="0" presStyleCnt="8">
        <dgm:presLayoutVars>
          <dgm:bulletEnabled val="1"/>
        </dgm:presLayoutVars>
      </dgm:prSet>
      <dgm:spPr/>
    </dgm:pt>
    <dgm:pt modelId="{C6E0A885-BA16-4042-9170-96B26C5545DF}" type="pres">
      <dgm:prSet presAssocID="{6D5F9E2E-D3AE-4A35-8495-AF7AF5A84971}" presName="sibTrans" presStyleCnt="0"/>
      <dgm:spPr/>
    </dgm:pt>
    <dgm:pt modelId="{035F5B79-473C-4832-8B1C-477AA09688E1}" type="pres">
      <dgm:prSet presAssocID="{B0937686-B356-42CC-A624-35C5B1082EB1}" presName="node" presStyleLbl="node1" presStyleIdx="1" presStyleCnt="8">
        <dgm:presLayoutVars>
          <dgm:bulletEnabled val="1"/>
        </dgm:presLayoutVars>
      </dgm:prSet>
      <dgm:spPr/>
    </dgm:pt>
    <dgm:pt modelId="{69993E75-33CB-4B1E-8898-451BA404B6B7}" type="pres">
      <dgm:prSet presAssocID="{42FC61DC-503B-4413-95B9-D446C17C2FAF}" presName="sibTrans" presStyleCnt="0"/>
      <dgm:spPr/>
    </dgm:pt>
    <dgm:pt modelId="{EA219A8B-A161-441D-9526-36B4CE379923}" type="pres">
      <dgm:prSet presAssocID="{007A6E25-8965-48CD-BAE2-1AE45399E881}" presName="node" presStyleLbl="node1" presStyleIdx="2" presStyleCnt="8">
        <dgm:presLayoutVars>
          <dgm:bulletEnabled val="1"/>
        </dgm:presLayoutVars>
      </dgm:prSet>
      <dgm:spPr/>
    </dgm:pt>
    <dgm:pt modelId="{25727FAE-44FD-46FE-BC05-21AED2A64383}" type="pres">
      <dgm:prSet presAssocID="{EEAB5F47-B218-44A2-A011-1A22AF8BC3D3}" presName="sibTrans" presStyleCnt="0"/>
      <dgm:spPr/>
    </dgm:pt>
    <dgm:pt modelId="{3D2FEEC7-ED98-40F1-B391-290F4B288579}" type="pres">
      <dgm:prSet presAssocID="{6F8BC668-618E-4DE5-B07E-910264340EE6}" presName="node" presStyleLbl="node1" presStyleIdx="3" presStyleCnt="8">
        <dgm:presLayoutVars>
          <dgm:bulletEnabled val="1"/>
        </dgm:presLayoutVars>
      </dgm:prSet>
      <dgm:spPr/>
    </dgm:pt>
    <dgm:pt modelId="{99C68FE0-73CC-4B15-9C4D-BE0EB3F53685}" type="pres">
      <dgm:prSet presAssocID="{171127EB-1131-476E-857C-F25017F7795C}" presName="sibTrans" presStyleCnt="0"/>
      <dgm:spPr/>
    </dgm:pt>
    <dgm:pt modelId="{2C160EE2-9814-4014-9824-A6353E611677}" type="pres">
      <dgm:prSet presAssocID="{CA4D3CF4-F996-4D06-9718-5D68D3D5C739}" presName="node" presStyleLbl="node1" presStyleIdx="4" presStyleCnt="8">
        <dgm:presLayoutVars>
          <dgm:bulletEnabled val="1"/>
        </dgm:presLayoutVars>
      </dgm:prSet>
      <dgm:spPr/>
    </dgm:pt>
    <dgm:pt modelId="{6F85766D-1C53-4E93-BFC2-6E46244E914D}" type="pres">
      <dgm:prSet presAssocID="{636600B4-67A1-4597-A88A-24B037F68BEE}" presName="sibTrans" presStyleCnt="0"/>
      <dgm:spPr/>
    </dgm:pt>
    <dgm:pt modelId="{53C9DD5F-A5BE-46BD-8FBF-B415EC42C01D}" type="pres">
      <dgm:prSet presAssocID="{2723B0CF-B2F7-4365-9B97-225F7AB9A395}" presName="node" presStyleLbl="node1" presStyleIdx="5" presStyleCnt="8">
        <dgm:presLayoutVars>
          <dgm:bulletEnabled val="1"/>
        </dgm:presLayoutVars>
      </dgm:prSet>
      <dgm:spPr/>
    </dgm:pt>
    <dgm:pt modelId="{37513A87-2408-4CD1-9DD9-242B5371B2E2}" type="pres">
      <dgm:prSet presAssocID="{BD526EA9-07F3-4B16-A627-7F5254DC137E}" presName="sibTrans" presStyleCnt="0"/>
      <dgm:spPr/>
    </dgm:pt>
    <dgm:pt modelId="{9DCB1143-DB79-4B7D-94F7-1E74F0062CDF}" type="pres">
      <dgm:prSet presAssocID="{955AD4E7-BB32-4D0E-96DA-FB6964130D30}" presName="node" presStyleLbl="node1" presStyleIdx="6" presStyleCnt="8">
        <dgm:presLayoutVars>
          <dgm:bulletEnabled val="1"/>
        </dgm:presLayoutVars>
      </dgm:prSet>
      <dgm:spPr/>
    </dgm:pt>
    <dgm:pt modelId="{AE6BE61C-93AD-459D-BDB4-B3847DF2E424}" type="pres">
      <dgm:prSet presAssocID="{2AF15ADA-91AB-4267-928B-6145975C735D}" presName="sibTrans" presStyleCnt="0"/>
      <dgm:spPr/>
    </dgm:pt>
    <dgm:pt modelId="{D89F837B-F129-4A4E-9FC5-D084F9D21F44}" type="pres">
      <dgm:prSet presAssocID="{244E50E2-9321-45C2-9C1A-5394F80B15E9}" presName="node" presStyleLbl="node1" presStyleIdx="7" presStyleCnt="8">
        <dgm:presLayoutVars>
          <dgm:bulletEnabled val="1"/>
        </dgm:presLayoutVars>
      </dgm:prSet>
      <dgm:spPr/>
    </dgm:pt>
  </dgm:ptLst>
  <dgm:cxnLst>
    <dgm:cxn modelId="{065D3B02-476C-40A9-A4D8-84A47115AF81}" type="presOf" srcId="{CA4D3CF4-F996-4D06-9718-5D68D3D5C739}" destId="{2C160EE2-9814-4014-9824-A6353E611677}" srcOrd="0" destOrd="0" presId="urn:microsoft.com/office/officeart/2005/8/layout/default"/>
    <dgm:cxn modelId="{14C5BE20-AC7A-46BF-AA9E-E9BC941E5A94}" type="presOf" srcId="{969866EC-3E94-41B5-849A-BEE00B3DF643}" destId="{E9748739-6A32-4727-AFCB-8C88F5CD4EFE}" srcOrd="0" destOrd="0" presId="urn:microsoft.com/office/officeart/2005/8/layout/default"/>
    <dgm:cxn modelId="{25B8B122-22ED-4477-9E56-853770E9B3B8}" srcId="{969866EC-3E94-41B5-849A-BEE00B3DF643}" destId="{B0937686-B356-42CC-A624-35C5B1082EB1}" srcOrd="1" destOrd="0" parTransId="{223DCBAA-384E-4B11-B1E6-505821A635C4}" sibTransId="{42FC61DC-503B-4413-95B9-D446C17C2FAF}"/>
    <dgm:cxn modelId="{3CAF7C2D-5E85-47BB-B377-8AE61CC8BE31}" type="presOf" srcId="{B0937686-B356-42CC-A624-35C5B1082EB1}" destId="{035F5B79-473C-4832-8B1C-477AA09688E1}" srcOrd="0" destOrd="0" presId="urn:microsoft.com/office/officeart/2005/8/layout/default"/>
    <dgm:cxn modelId="{9EF12836-EE6C-48CD-A136-B3660928A465}" srcId="{969866EC-3E94-41B5-849A-BEE00B3DF643}" destId="{2723B0CF-B2F7-4365-9B97-225F7AB9A395}" srcOrd="5" destOrd="0" parTransId="{F615F08E-8C7B-4A09-BCDA-277E145C7EAA}" sibTransId="{BD526EA9-07F3-4B16-A627-7F5254DC137E}"/>
    <dgm:cxn modelId="{DED00545-1133-4BB7-9F89-242F96537F0F}" type="presOf" srcId="{3A4E94C5-E407-44BE-9B30-7440EF4B2AF4}" destId="{8D93AD04-22C1-4ED9-A6B1-435BB2DA239C}" srcOrd="0" destOrd="0" presId="urn:microsoft.com/office/officeart/2005/8/layout/default"/>
    <dgm:cxn modelId="{46E0216D-3E55-470A-A602-7B2AB8C820D5}" type="presOf" srcId="{6F8BC668-618E-4DE5-B07E-910264340EE6}" destId="{3D2FEEC7-ED98-40F1-B391-290F4B288579}" srcOrd="0" destOrd="0" presId="urn:microsoft.com/office/officeart/2005/8/layout/default"/>
    <dgm:cxn modelId="{93940953-18D0-48D3-8189-58F980306CD8}" srcId="{969866EC-3E94-41B5-849A-BEE00B3DF643}" destId="{955AD4E7-BB32-4D0E-96DA-FB6964130D30}" srcOrd="6" destOrd="0" parTransId="{58FFD60D-ECE8-4627-9BEA-EA08EF9D6CE0}" sibTransId="{2AF15ADA-91AB-4267-928B-6145975C735D}"/>
    <dgm:cxn modelId="{C2BFB095-6E2B-4B75-9CF9-8403B5F51210}" srcId="{969866EC-3E94-41B5-849A-BEE00B3DF643}" destId="{3A4E94C5-E407-44BE-9B30-7440EF4B2AF4}" srcOrd="0" destOrd="0" parTransId="{820E0507-32C5-4C23-982E-201FAF58C69B}" sibTransId="{6D5F9E2E-D3AE-4A35-8495-AF7AF5A84971}"/>
    <dgm:cxn modelId="{0E578697-97D4-4BCF-8C9B-F5BC0453221D}" type="presOf" srcId="{007A6E25-8965-48CD-BAE2-1AE45399E881}" destId="{EA219A8B-A161-441D-9526-36B4CE379923}" srcOrd="0" destOrd="0" presId="urn:microsoft.com/office/officeart/2005/8/layout/default"/>
    <dgm:cxn modelId="{F2E16AAA-312F-4A03-B037-96BD4D2AF173}" srcId="{969866EC-3E94-41B5-849A-BEE00B3DF643}" destId="{CA4D3CF4-F996-4D06-9718-5D68D3D5C739}" srcOrd="4" destOrd="0" parTransId="{B5489056-CD97-4420-8B79-3B7FCEA941C2}" sibTransId="{636600B4-67A1-4597-A88A-24B037F68BEE}"/>
    <dgm:cxn modelId="{27E772B2-91CE-4B42-A427-BFD19088A181}" type="presOf" srcId="{244E50E2-9321-45C2-9C1A-5394F80B15E9}" destId="{D89F837B-F129-4A4E-9FC5-D084F9D21F44}" srcOrd="0" destOrd="0" presId="urn:microsoft.com/office/officeart/2005/8/layout/default"/>
    <dgm:cxn modelId="{408C34C7-65E6-4F18-9A43-A546E8872131}" srcId="{969866EC-3E94-41B5-849A-BEE00B3DF643}" destId="{244E50E2-9321-45C2-9C1A-5394F80B15E9}" srcOrd="7" destOrd="0" parTransId="{37951F9C-8F2F-44C9-B5D4-A66E5CBF54A7}" sibTransId="{02F01A91-43C3-4AAB-A995-8CBC8888457D}"/>
    <dgm:cxn modelId="{89BBBFD9-6D86-4A85-BAA1-9B1B6B56DDFA}" type="presOf" srcId="{955AD4E7-BB32-4D0E-96DA-FB6964130D30}" destId="{9DCB1143-DB79-4B7D-94F7-1E74F0062CDF}" srcOrd="0" destOrd="0" presId="urn:microsoft.com/office/officeart/2005/8/layout/default"/>
    <dgm:cxn modelId="{823C2FDB-61BF-440D-A8A8-667312ACA616}" srcId="{969866EC-3E94-41B5-849A-BEE00B3DF643}" destId="{6F8BC668-618E-4DE5-B07E-910264340EE6}" srcOrd="3" destOrd="0" parTransId="{085B0D61-F9AE-4DCC-8EB6-9F08DE02121C}" sibTransId="{171127EB-1131-476E-857C-F25017F7795C}"/>
    <dgm:cxn modelId="{9EE92DEF-8E82-4A1B-9697-CC76EAC8B96A}" type="presOf" srcId="{2723B0CF-B2F7-4365-9B97-225F7AB9A395}" destId="{53C9DD5F-A5BE-46BD-8FBF-B415EC42C01D}" srcOrd="0" destOrd="0" presId="urn:microsoft.com/office/officeart/2005/8/layout/default"/>
    <dgm:cxn modelId="{B12B86F7-BE43-4CA5-9F74-8E2A7CDA0CBA}" srcId="{969866EC-3E94-41B5-849A-BEE00B3DF643}" destId="{007A6E25-8965-48CD-BAE2-1AE45399E881}" srcOrd="2" destOrd="0" parTransId="{D777EEA7-8D28-41A0-8318-17A4B53181BC}" sibTransId="{EEAB5F47-B218-44A2-A011-1A22AF8BC3D3}"/>
    <dgm:cxn modelId="{E2C31BC1-CC2E-451B-987D-A1E45F0F0AD2}" type="presParOf" srcId="{E9748739-6A32-4727-AFCB-8C88F5CD4EFE}" destId="{8D93AD04-22C1-4ED9-A6B1-435BB2DA239C}" srcOrd="0" destOrd="0" presId="urn:microsoft.com/office/officeart/2005/8/layout/default"/>
    <dgm:cxn modelId="{598CF19B-F6F3-4225-9EC5-17A3B41336AC}" type="presParOf" srcId="{E9748739-6A32-4727-AFCB-8C88F5CD4EFE}" destId="{C6E0A885-BA16-4042-9170-96B26C5545DF}" srcOrd="1" destOrd="0" presId="urn:microsoft.com/office/officeart/2005/8/layout/default"/>
    <dgm:cxn modelId="{79DDD5EA-E419-4602-BF1E-457F03A5DFA6}" type="presParOf" srcId="{E9748739-6A32-4727-AFCB-8C88F5CD4EFE}" destId="{035F5B79-473C-4832-8B1C-477AA09688E1}" srcOrd="2" destOrd="0" presId="urn:microsoft.com/office/officeart/2005/8/layout/default"/>
    <dgm:cxn modelId="{0AA30E85-EFBB-46AD-BC06-3498BAB16880}" type="presParOf" srcId="{E9748739-6A32-4727-AFCB-8C88F5CD4EFE}" destId="{69993E75-33CB-4B1E-8898-451BA404B6B7}" srcOrd="3" destOrd="0" presId="urn:microsoft.com/office/officeart/2005/8/layout/default"/>
    <dgm:cxn modelId="{C029EFB3-3533-420C-8B6D-CF0D9A49C53F}" type="presParOf" srcId="{E9748739-6A32-4727-AFCB-8C88F5CD4EFE}" destId="{EA219A8B-A161-441D-9526-36B4CE379923}" srcOrd="4" destOrd="0" presId="urn:microsoft.com/office/officeart/2005/8/layout/default"/>
    <dgm:cxn modelId="{56C0F125-0F24-45BE-A9EB-41202D8A4B7E}" type="presParOf" srcId="{E9748739-6A32-4727-AFCB-8C88F5CD4EFE}" destId="{25727FAE-44FD-46FE-BC05-21AED2A64383}" srcOrd="5" destOrd="0" presId="urn:microsoft.com/office/officeart/2005/8/layout/default"/>
    <dgm:cxn modelId="{FFFF1C2B-597B-4B67-AB78-194078CE2C7C}" type="presParOf" srcId="{E9748739-6A32-4727-AFCB-8C88F5CD4EFE}" destId="{3D2FEEC7-ED98-40F1-B391-290F4B288579}" srcOrd="6" destOrd="0" presId="urn:microsoft.com/office/officeart/2005/8/layout/default"/>
    <dgm:cxn modelId="{614DDF84-8521-4EBE-B9BD-108AEAC9A0CA}" type="presParOf" srcId="{E9748739-6A32-4727-AFCB-8C88F5CD4EFE}" destId="{99C68FE0-73CC-4B15-9C4D-BE0EB3F53685}" srcOrd="7" destOrd="0" presId="urn:microsoft.com/office/officeart/2005/8/layout/default"/>
    <dgm:cxn modelId="{002181D8-0981-41CA-AD4F-E97564F62D03}" type="presParOf" srcId="{E9748739-6A32-4727-AFCB-8C88F5CD4EFE}" destId="{2C160EE2-9814-4014-9824-A6353E611677}" srcOrd="8" destOrd="0" presId="urn:microsoft.com/office/officeart/2005/8/layout/default"/>
    <dgm:cxn modelId="{0B291F55-45A1-4672-9AAE-385B3FBB8A7A}" type="presParOf" srcId="{E9748739-6A32-4727-AFCB-8C88F5CD4EFE}" destId="{6F85766D-1C53-4E93-BFC2-6E46244E914D}" srcOrd="9" destOrd="0" presId="urn:microsoft.com/office/officeart/2005/8/layout/default"/>
    <dgm:cxn modelId="{7F211CA3-C997-4BBD-9F28-76006C93440E}" type="presParOf" srcId="{E9748739-6A32-4727-AFCB-8C88F5CD4EFE}" destId="{53C9DD5F-A5BE-46BD-8FBF-B415EC42C01D}" srcOrd="10" destOrd="0" presId="urn:microsoft.com/office/officeart/2005/8/layout/default"/>
    <dgm:cxn modelId="{D0A97B56-8067-493F-9307-1F28211EBE57}" type="presParOf" srcId="{E9748739-6A32-4727-AFCB-8C88F5CD4EFE}" destId="{37513A87-2408-4CD1-9DD9-242B5371B2E2}" srcOrd="11" destOrd="0" presId="urn:microsoft.com/office/officeart/2005/8/layout/default"/>
    <dgm:cxn modelId="{22D18717-2E5A-4D14-8128-17394A7E5D1E}" type="presParOf" srcId="{E9748739-6A32-4727-AFCB-8C88F5CD4EFE}" destId="{9DCB1143-DB79-4B7D-94F7-1E74F0062CDF}" srcOrd="12" destOrd="0" presId="urn:microsoft.com/office/officeart/2005/8/layout/default"/>
    <dgm:cxn modelId="{984710BF-761B-4D8F-8AF4-4079A55AF949}" type="presParOf" srcId="{E9748739-6A32-4727-AFCB-8C88F5CD4EFE}" destId="{AE6BE61C-93AD-459D-BDB4-B3847DF2E424}" srcOrd="13" destOrd="0" presId="urn:microsoft.com/office/officeart/2005/8/layout/default"/>
    <dgm:cxn modelId="{76B7D1B9-E125-4013-A237-57EBA087D4CF}" type="presParOf" srcId="{E9748739-6A32-4727-AFCB-8C88F5CD4EFE}" destId="{D89F837B-F129-4A4E-9FC5-D084F9D21F4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92C170-B8AA-4A89-8E1F-4BACBEA7465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22F5337-1429-4A00-8B85-1C13D6729386}">
      <dgm:prSet/>
      <dgm:spPr/>
      <dgm:t>
        <a:bodyPr/>
        <a:lstStyle/>
        <a:p>
          <a:r>
            <a:rPr lang="en-US"/>
            <a:t>Qualitative Handling: Manages qualitative inputs (e.g., "high temperature").</a:t>
          </a:r>
        </a:p>
      </dgm:t>
    </dgm:pt>
    <dgm:pt modelId="{A96D886F-DC42-45A9-AFE6-BD2D272BDEB6}" type="parTrans" cxnId="{102482F9-9D69-4A20-9802-5CCEECC678B1}">
      <dgm:prSet/>
      <dgm:spPr/>
      <dgm:t>
        <a:bodyPr/>
        <a:lstStyle/>
        <a:p>
          <a:endParaRPr lang="en-US"/>
        </a:p>
      </dgm:t>
    </dgm:pt>
    <dgm:pt modelId="{C61AEF46-0FFF-447B-9E21-A96973A4671A}" type="sibTrans" cxnId="{102482F9-9D69-4A20-9802-5CCEECC678B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C917B77-03D9-4180-B132-5D2AB7A9B77B}">
      <dgm:prSet/>
      <dgm:spPr/>
      <dgm:t>
        <a:bodyPr/>
        <a:lstStyle/>
        <a:p>
          <a:r>
            <a:rPr lang="en-US"/>
            <a:t>Rule-based System: Applies fuzzy rules to manage interactions and uncertainty.</a:t>
          </a:r>
        </a:p>
      </dgm:t>
    </dgm:pt>
    <dgm:pt modelId="{34219B41-B3B2-4AE1-8582-95A06AC0C83B}" type="parTrans" cxnId="{D5C6C913-3120-4DDF-9C2A-23CF68F59400}">
      <dgm:prSet/>
      <dgm:spPr/>
      <dgm:t>
        <a:bodyPr/>
        <a:lstStyle/>
        <a:p>
          <a:endParaRPr lang="en-US"/>
        </a:p>
      </dgm:t>
    </dgm:pt>
    <dgm:pt modelId="{ADFF82CC-C821-48E5-B4DC-58497DBDE8F0}" type="sibTrans" cxnId="{D5C6C913-3120-4DDF-9C2A-23CF68F5940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FA7EA69-73DE-4C46-8012-BF3815DDF837}" type="pres">
      <dgm:prSet presAssocID="{8D92C170-B8AA-4A89-8E1F-4BACBEA74656}" presName="Name0" presStyleCnt="0">
        <dgm:presLayoutVars>
          <dgm:animLvl val="lvl"/>
          <dgm:resizeHandles val="exact"/>
        </dgm:presLayoutVars>
      </dgm:prSet>
      <dgm:spPr/>
    </dgm:pt>
    <dgm:pt modelId="{4538A335-C84D-44DD-A09D-6109EE2513C8}" type="pres">
      <dgm:prSet presAssocID="{F22F5337-1429-4A00-8B85-1C13D6729386}" presName="compositeNode" presStyleCnt="0">
        <dgm:presLayoutVars>
          <dgm:bulletEnabled val="1"/>
        </dgm:presLayoutVars>
      </dgm:prSet>
      <dgm:spPr/>
    </dgm:pt>
    <dgm:pt modelId="{368429D5-4A7A-4696-945D-E44373E27548}" type="pres">
      <dgm:prSet presAssocID="{F22F5337-1429-4A00-8B85-1C13D6729386}" presName="bgRect" presStyleLbl="bgAccFollowNode1" presStyleIdx="0" presStyleCnt="2"/>
      <dgm:spPr/>
    </dgm:pt>
    <dgm:pt modelId="{32D60B84-839F-4C4C-877D-4FA30D7C97D6}" type="pres">
      <dgm:prSet presAssocID="{C61AEF46-0FFF-447B-9E21-A96973A4671A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C2500651-054D-43FE-8330-7895AA66397D}" type="pres">
      <dgm:prSet presAssocID="{F22F5337-1429-4A00-8B85-1C13D6729386}" presName="bottomLine" presStyleLbl="alignNode1" presStyleIdx="1" presStyleCnt="4">
        <dgm:presLayoutVars/>
      </dgm:prSet>
      <dgm:spPr/>
    </dgm:pt>
    <dgm:pt modelId="{F064F219-A19D-479C-9055-704929FF6750}" type="pres">
      <dgm:prSet presAssocID="{F22F5337-1429-4A00-8B85-1C13D6729386}" presName="nodeText" presStyleLbl="bgAccFollowNode1" presStyleIdx="0" presStyleCnt="2">
        <dgm:presLayoutVars>
          <dgm:bulletEnabled val="1"/>
        </dgm:presLayoutVars>
      </dgm:prSet>
      <dgm:spPr/>
    </dgm:pt>
    <dgm:pt modelId="{44DBFB66-F7FE-48C7-ACE8-4F454A916CFE}" type="pres">
      <dgm:prSet presAssocID="{C61AEF46-0FFF-447B-9E21-A96973A4671A}" presName="sibTrans" presStyleCnt="0"/>
      <dgm:spPr/>
    </dgm:pt>
    <dgm:pt modelId="{184C42CD-4E95-4B11-B35C-78BBE900D13A}" type="pres">
      <dgm:prSet presAssocID="{FC917B77-03D9-4180-B132-5D2AB7A9B77B}" presName="compositeNode" presStyleCnt="0">
        <dgm:presLayoutVars>
          <dgm:bulletEnabled val="1"/>
        </dgm:presLayoutVars>
      </dgm:prSet>
      <dgm:spPr/>
    </dgm:pt>
    <dgm:pt modelId="{51657179-2CF5-4B29-ADC6-3A9BF9F38591}" type="pres">
      <dgm:prSet presAssocID="{FC917B77-03D9-4180-B132-5D2AB7A9B77B}" presName="bgRect" presStyleLbl="bgAccFollowNode1" presStyleIdx="1" presStyleCnt="2"/>
      <dgm:spPr/>
    </dgm:pt>
    <dgm:pt modelId="{2111582B-365A-4D9F-8909-47D0D0C4E2B5}" type="pres">
      <dgm:prSet presAssocID="{ADFF82CC-C821-48E5-B4DC-58497DBDE8F0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79EE4F2C-FE21-4E76-8462-E7EB07086F81}" type="pres">
      <dgm:prSet presAssocID="{FC917B77-03D9-4180-B132-5D2AB7A9B77B}" presName="bottomLine" presStyleLbl="alignNode1" presStyleIdx="3" presStyleCnt="4">
        <dgm:presLayoutVars/>
      </dgm:prSet>
      <dgm:spPr/>
    </dgm:pt>
    <dgm:pt modelId="{4DC79A31-4F8E-46EE-8DBF-534225EEFCB8}" type="pres">
      <dgm:prSet presAssocID="{FC917B77-03D9-4180-B132-5D2AB7A9B77B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D5C6C913-3120-4DDF-9C2A-23CF68F59400}" srcId="{8D92C170-B8AA-4A89-8E1F-4BACBEA74656}" destId="{FC917B77-03D9-4180-B132-5D2AB7A9B77B}" srcOrd="1" destOrd="0" parTransId="{34219B41-B3B2-4AE1-8582-95A06AC0C83B}" sibTransId="{ADFF82CC-C821-48E5-B4DC-58497DBDE8F0}"/>
    <dgm:cxn modelId="{FBED7420-7FB5-4979-A10C-73C9B952E1E1}" type="presOf" srcId="{C61AEF46-0FFF-447B-9E21-A96973A4671A}" destId="{32D60B84-839F-4C4C-877D-4FA30D7C97D6}" srcOrd="0" destOrd="0" presId="urn:microsoft.com/office/officeart/2016/7/layout/BasicLinearProcessNumbered"/>
    <dgm:cxn modelId="{41A37459-E9A8-4D09-BAEF-7EF8FF78187E}" type="presOf" srcId="{FC917B77-03D9-4180-B132-5D2AB7A9B77B}" destId="{4DC79A31-4F8E-46EE-8DBF-534225EEFCB8}" srcOrd="1" destOrd="0" presId="urn:microsoft.com/office/officeart/2016/7/layout/BasicLinearProcessNumbered"/>
    <dgm:cxn modelId="{5F65AE8B-3023-4068-B68E-61681CAEEED4}" type="presOf" srcId="{F22F5337-1429-4A00-8B85-1C13D6729386}" destId="{F064F219-A19D-479C-9055-704929FF6750}" srcOrd="1" destOrd="0" presId="urn:microsoft.com/office/officeart/2016/7/layout/BasicLinearProcessNumbered"/>
    <dgm:cxn modelId="{FC3C49B9-EDF1-4ADB-9287-15B6BECA91F1}" type="presOf" srcId="{FC917B77-03D9-4180-B132-5D2AB7A9B77B}" destId="{51657179-2CF5-4B29-ADC6-3A9BF9F38591}" srcOrd="0" destOrd="0" presId="urn:microsoft.com/office/officeart/2016/7/layout/BasicLinearProcessNumbered"/>
    <dgm:cxn modelId="{527BB8C9-6E52-4E14-9325-61ED2BC68568}" type="presOf" srcId="{F22F5337-1429-4A00-8B85-1C13D6729386}" destId="{368429D5-4A7A-4696-945D-E44373E27548}" srcOrd="0" destOrd="0" presId="urn:microsoft.com/office/officeart/2016/7/layout/BasicLinearProcessNumbered"/>
    <dgm:cxn modelId="{19D1C8D2-3592-4693-BBC4-7AA060FA1810}" type="presOf" srcId="{8D92C170-B8AA-4A89-8E1F-4BACBEA74656}" destId="{CFA7EA69-73DE-4C46-8012-BF3815DDF837}" srcOrd="0" destOrd="0" presId="urn:microsoft.com/office/officeart/2016/7/layout/BasicLinearProcessNumbered"/>
    <dgm:cxn modelId="{198523F5-28F5-4A5C-A8BD-8430C503E4E3}" type="presOf" srcId="{ADFF82CC-C821-48E5-B4DC-58497DBDE8F0}" destId="{2111582B-365A-4D9F-8909-47D0D0C4E2B5}" srcOrd="0" destOrd="0" presId="urn:microsoft.com/office/officeart/2016/7/layout/BasicLinearProcessNumbered"/>
    <dgm:cxn modelId="{102482F9-9D69-4A20-9802-5CCEECC678B1}" srcId="{8D92C170-B8AA-4A89-8E1F-4BACBEA74656}" destId="{F22F5337-1429-4A00-8B85-1C13D6729386}" srcOrd="0" destOrd="0" parTransId="{A96D886F-DC42-45A9-AFE6-BD2D272BDEB6}" sibTransId="{C61AEF46-0FFF-447B-9E21-A96973A4671A}"/>
    <dgm:cxn modelId="{3287C7AA-D6A6-408B-8980-C0C51A0E2161}" type="presParOf" srcId="{CFA7EA69-73DE-4C46-8012-BF3815DDF837}" destId="{4538A335-C84D-44DD-A09D-6109EE2513C8}" srcOrd="0" destOrd="0" presId="urn:microsoft.com/office/officeart/2016/7/layout/BasicLinearProcessNumbered"/>
    <dgm:cxn modelId="{A6D8E985-075E-455F-9748-098CBDF203AA}" type="presParOf" srcId="{4538A335-C84D-44DD-A09D-6109EE2513C8}" destId="{368429D5-4A7A-4696-945D-E44373E27548}" srcOrd="0" destOrd="0" presId="urn:microsoft.com/office/officeart/2016/7/layout/BasicLinearProcessNumbered"/>
    <dgm:cxn modelId="{5FC969BB-B364-481A-AD1E-C3F8F4B13332}" type="presParOf" srcId="{4538A335-C84D-44DD-A09D-6109EE2513C8}" destId="{32D60B84-839F-4C4C-877D-4FA30D7C97D6}" srcOrd="1" destOrd="0" presId="urn:microsoft.com/office/officeart/2016/7/layout/BasicLinearProcessNumbered"/>
    <dgm:cxn modelId="{D5C41529-92E0-48C3-AB84-1289E486E0D0}" type="presParOf" srcId="{4538A335-C84D-44DD-A09D-6109EE2513C8}" destId="{C2500651-054D-43FE-8330-7895AA66397D}" srcOrd="2" destOrd="0" presId="urn:microsoft.com/office/officeart/2016/7/layout/BasicLinearProcessNumbered"/>
    <dgm:cxn modelId="{F94936C7-763D-44F9-BC78-60C52C79DD19}" type="presParOf" srcId="{4538A335-C84D-44DD-A09D-6109EE2513C8}" destId="{F064F219-A19D-479C-9055-704929FF6750}" srcOrd="3" destOrd="0" presId="urn:microsoft.com/office/officeart/2016/7/layout/BasicLinearProcessNumbered"/>
    <dgm:cxn modelId="{38C6A8A7-674B-4593-9CE8-37C17E8E6FD1}" type="presParOf" srcId="{CFA7EA69-73DE-4C46-8012-BF3815DDF837}" destId="{44DBFB66-F7FE-48C7-ACE8-4F454A916CFE}" srcOrd="1" destOrd="0" presId="urn:microsoft.com/office/officeart/2016/7/layout/BasicLinearProcessNumbered"/>
    <dgm:cxn modelId="{C92C233C-2413-4D99-B702-7CB81F014027}" type="presParOf" srcId="{CFA7EA69-73DE-4C46-8012-BF3815DDF837}" destId="{184C42CD-4E95-4B11-B35C-78BBE900D13A}" srcOrd="2" destOrd="0" presId="urn:microsoft.com/office/officeart/2016/7/layout/BasicLinearProcessNumbered"/>
    <dgm:cxn modelId="{CC48A149-4049-4BFE-BA51-7109E760DA89}" type="presParOf" srcId="{184C42CD-4E95-4B11-B35C-78BBE900D13A}" destId="{51657179-2CF5-4B29-ADC6-3A9BF9F38591}" srcOrd="0" destOrd="0" presId="urn:microsoft.com/office/officeart/2016/7/layout/BasicLinearProcessNumbered"/>
    <dgm:cxn modelId="{F66E596E-1AF0-43E4-AACF-6900400DB239}" type="presParOf" srcId="{184C42CD-4E95-4B11-B35C-78BBE900D13A}" destId="{2111582B-365A-4D9F-8909-47D0D0C4E2B5}" srcOrd="1" destOrd="0" presId="urn:microsoft.com/office/officeart/2016/7/layout/BasicLinearProcessNumbered"/>
    <dgm:cxn modelId="{4CEC89A1-8241-48B2-99CC-DF03CEAE5D4D}" type="presParOf" srcId="{184C42CD-4E95-4B11-B35C-78BBE900D13A}" destId="{79EE4F2C-FE21-4E76-8462-E7EB07086F81}" srcOrd="2" destOrd="0" presId="urn:microsoft.com/office/officeart/2016/7/layout/BasicLinearProcessNumbered"/>
    <dgm:cxn modelId="{EE94B7BB-1EDD-4E5F-AB30-2F79F31D0BB1}" type="presParOf" srcId="{184C42CD-4E95-4B11-B35C-78BBE900D13A}" destId="{4DC79A31-4F8E-46EE-8DBF-534225EEFCB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E96AFA-2079-4805-A608-BDE5C78BD6A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5F7865-474C-44CF-9EDF-1A8D47729521}">
      <dgm:prSet/>
      <dgm:spPr/>
      <dgm:t>
        <a:bodyPr/>
        <a:lstStyle/>
        <a:p>
          <a:r>
            <a:rPr lang="en-US" b="1"/>
            <a:t>Inputs:</a:t>
          </a:r>
          <a:endParaRPr lang="en-US"/>
        </a:p>
      </dgm:t>
    </dgm:pt>
    <dgm:pt modelId="{8C520E8F-4ACE-4CE2-90D0-48530394CD81}" type="parTrans" cxnId="{BCFFA46D-EC57-4945-80F3-227D084879FC}">
      <dgm:prSet/>
      <dgm:spPr/>
      <dgm:t>
        <a:bodyPr/>
        <a:lstStyle/>
        <a:p>
          <a:endParaRPr lang="en-US"/>
        </a:p>
      </dgm:t>
    </dgm:pt>
    <dgm:pt modelId="{A9734EBD-04B6-49EB-8A4A-0337094C3DA4}" type="sibTrans" cxnId="{BCFFA46D-EC57-4945-80F3-227D084879FC}">
      <dgm:prSet/>
      <dgm:spPr/>
      <dgm:t>
        <a:bodyPr/>
        <a:lstStyle/>
        <a:p>
          <a:endParaRPr lang="en-US"/>
        </a:p>
      </dgm:t>
    </dgm:pt>
    <dgm:pt modelId="{09AF82A3-BEEB-4F7F-95B6-E46F86D1F630}">
      <dgm:prSet/>
      <dgm:spPr/>
      <dgm:t>
        <a:bodyPr/>
        <a:lstStyle/>
        <a:p>
          <a:r>
            <a:rPr lang="en-US" u="sng"/>
            <a:t>Ambient Temperature: </a:t>
          </a:r>
          <a:r>
            <a:rPr lang="en-US"/>
            <a:t>Measures the external temperature impacting the greenhouse.</a:t>
          </a:r>
        </a:p>
      </dgm:t>
    </dgm:pt>
    <dgm:pt modelId="{A119FA91-C5AD-42C5-93B7-79DBD8332F8C}" type="parTrans" cxnId="{D2F1623E-24E8-4212-AA09-106DAE5536FA}">
      <dgm:prSet/>
      <dgm:spPr/>
      <dgm:t>
        <a:bodyPr/>
        <a:lstStyle/>
        <a:p>
          <a:endParaRPr lang="en-US"/>
        </a:p>
      </dgm:t>
    </dgm:pt>
    <dgm:pt modelId="{86C89ABE-9BB6-4FF4-A729-7A2C6D1F2F87}" type="sibTrans" cxnId="{D2F1623E-24E8-4212-AA09-106DAE5536FA}">
      <dgm:prSet/>
      <dgm:spPr/>
      <dgm:t>
        <a:bodyPr/>
        <a:lstStyle/>
        <a:p>
          <a:endParaRPr lang="en-US"/>
        </a:p>
      </dgm:t>
    </dgm:pt>
    <dgm:pt modelId="{14D4BE8C-8DC2-4EB2-B09E-2C7E4C485C18}">
      <dgm:prSet/>
      <dgm:spPr/>
      <dgm:t>
        <a:bodyPr/>
        <a:lstStyle/>
        <a:p>
          <a:r>
            <a:rPr lang="en-US" u="sng"/>
            <a:t>Sunlight Intensity: </a:t>
          </a:r>
          <a:r>
            <a:rPr lang="en-US"/>
            <a:t>Assesses the level of sunlight affecting internal climate.</a:t>
          </a:r>
        </a:p>
      </dgm:t>
    </dgm:pt>
    <dgm:pt modelId="{BD746096-F64C-4574-B5F0-0379C1F255E0}" type="parTrans" cxnId="{700E872F-CAED-4508-982D-747C2111BD37}">
      <dgm:prSet/>
      <dgm:spPr/>
      <dgm:t>
        <a:bodyPr/>
        <a:lstStyle/>
        <a:p>
          <a:endParaRPr lang="en-US"/>
        </a:p>
      </dgm:t>
    </dgm:pt>
    <dgm:pt modelId="{F257F72C-3928-4F6F-AEAA-B236CAD4C059}" type="sibTrans" cxnId="{700E872F-CAED-4508-982D-747C2111BD37}">
      <dgm:prSet/>
      <dgm:spPr/>
      <dgm:t>
        <a:bodyPr/>
        <a:lstStyle/>
        <a:p>
          <a:endParaRPr lang="en-US"/>
        </a:p>
      </dgm:t>
    </dgm:pt>
    <dgm:pt modelId="{6C143C00-5AF0-4FF7-9B0C-5CBB7053C474}">
      <dgm:prSet/>
      <dgm:spPr/>
      <dgm:t>
        <a:bodyPr/>
        <a:lstStyle/>
        <a:p>
          <a:r>
            <a:rPr lang="en-US" u="sng"/>
            <a:t>Ambient Humidity: </a:t>
          </a:r>
          <a:r>
            <a:rPr lang="en-US"/>
            <a:t>Gauges the moisture level in the air inside the greenhouse.</a:t>
          </a:r>
        </a:p>
      </dgm:t>
    </dgm:pt>
    <dgm:pt modelId="{FB861F71-D332-4B1A-9007-1F359067CF49}" type="parTrans" cxnId="{16BCA2A2-C81F-4A61-98EE-60C4464F87FA}">
      <dgm:prSet/>
      <dgm:spPr/>
      <dgm:t>
        <a:bodyPr/>
        <a:lstStyle/>
        <a:p>
          <a:endParaRPr lang="en-US"/>
        </a:p>
      </dgm:t>
    </dgm:pt>
    <dgm:pt modelId="{A5632017-BD9E-4D95-B607-22E1725063F0}" type="sibTrans" cxnId="{16BCA2A2-C81F-4A61-98EE-60C4464F87FA}">
      <dgm:prSet/>
      <dgm:spPr/>
      <dgm:t>
        <a:bodyPr/>
        <a:lstStyle/>
        <a:p>
          <a:endParaRPr lang="en-US"/>
        </a:p>
      </dgm:t>
    </dgm:pt>
    <dgm:pt modelId="{653F3E90-52FB-4B58-B299-EE10A57372A3}">
      <dgm:prSet/>
      <dgm:spPr/>
      <dgm:t>
        <a:bodyPr/>
        <a:lstStyle/>
        <a:p>
          <a:r>
            <a:rPr lang="en-US" b="1" i="0"/>
            <a:t>Outputs:</a:t>
          </a:r>
          <a:endParaRPr lang="en-US"/>
        </a:p>
      </dgm:t>
    </dgm:pt>
    <dgm:pt modelId="{185BC241-22A7-4319-93E4-CE63EF952BA7}" type="parTrans" cxnId="{DA70F841-E3BF-4CE4-9A90-1188C945E0C7}">
      <dgm:prSet/>
      <dgm:spPr/>
      <dgm:t>
        <a:bodyPr/>
        <a:lstStyle/>
        <a:p>
          <a:endParaRPr lang="en-US"/>
        </a:p>
      </dgm:t>
    </dgm:pt>
    <dgm:pt modelId="{3458AE60-59F9-4F18-A9B5-CB688E5A4306}" type="sibTrans" cxnId="{DA70F841-E3BF-4CE4-9A90-1188C945E0C7}">
      <dgm:prSet/>
      <dgm:spPr/>
      <dgm:t>
        <a:bodyPr/>
        <a:lstStyle/>
        <a:p>
          <a:endParaRPr lang="en-US"/>
        </a:p>
      </dgm:t>
    </dgm:pt>
    <dgm:pt modelId="{0CBD35E2-01A8-4A4F-BA97-542268667B38}">
      <dgm:prSet/>
      <dgm:spPr/>
      <dgm:t>
        <a:bodyPr/>
        <a:lstStyle/>
        <a:p>
          <a:r>
            <a:rPr lang="en-US" i="0" u="sng"/>
            <a:t>Heater Control: </a:t>
          </a:r>
          <a:r>
            <a:rPr lang="en-US" b="0" i="0"/>
            <a:t>Adjusts the heater to maintain optimal temperature.</a:t>
          </a:r>
          <a:endParaRPr lang="en-US"/>
        </a:p>
      </dgm:t>
    </dgm:pt>
    <dgm:pt modelId="{8ECAB232-8446-418B-A04D-E20B417F1E71}" type="parTrans" cxnId="{614D7F79-B279-4128-9873-B68354E2B586}">
      <dgm:prSet/>
      <dgm:spPr/>
      <dgm:t>
        <a:bodyPr/>
        <a:lstStyle/>
        <a:p>
          <a:endParaRPr lang="en-US"/>
        </a:p>
      </dgm:t>
    </dgm:pt>
    <dgm:pt modelId="{D0D35E0D-0FBF-46D2-AAF9-69980BE74A6B}" type="sibTrans" cxnId="{614D7F79-B279-4128-9873-B68354E2B586}">
      <dgm:prSet/>
      <dgm:spPr/>
      <dgm:t>
        <a:bodyPr/>
        <a:lstStyle/>
        <a:p>
          <a:endParaRPr lang="en-US"/>
        </a:p>
      </dgm:t>
    </dgm:pt>
    <dgm:pt modelId="{9CC5D95A-5F8F-4617-A69B-86ABE85BF24B}">
      <dgm:prSet/>
      <dgm:spPr/>
      <dgm:t>
        <a:bodyPr/>
        <a:lstStyle/>
        <a:p>
          <a:r>
            <a:rPr lang="en-US" i="0" u="sng"/>
            <a:t>Humidifier Control: </a:t>
          </a:r>
          <a:r>
            <a:rPr lang="en-US" b="0" i="0"/>
            <a:t>Modulates the humidifier to keep humidity at desired levels.</a:t>
          </a:r>
          <a:endParaRPr lang="en-US"/>
        </a:p>
      </dgm:t>
    </dgm:pt>
    <dgm:pt modelId="{73048481-8FF4-4264-97CD-3E0541DC194A}" type="parTrans" cxnId="{4C649FD3-3408-401B-9C7B-67EC3B1816AC}">
      <dgm:prSet/>
      <dgm:spPr/>
      <dgm:t>
        <a:bodyPr/>
        <a:lstStyle/>
        <a:p>
          <a:endParaRPr lang="en-US"/>
        </a:p>
      </dgm:t>
    </dgm:pt>
    <dgm:pt modelId="{6C100A1B-E23E-4F9E-8912-BD9C6C7770D1}" type="sibTrans" cxnId="{4C649FD3-3408-401B-9C7B-67EC3B1816AC}">
      <dgm:prSet/>
      <dgm:spPr/>
      <dgm:t>
        <a:bodyPr/>
        <a:lstStyle/>
        <a:p>
          <a:endParaRPr lang="en-US"/>
        </a:p>
      </dgm:t>
    </dgm:pt>
    <dgm:pt modelId="{2B95F21A-2433-41E1-A1CF-2143340D7316}" type="pres">
      <dgm:prSet presAssocID="{9CE96AFA-2079-4805-A608-BDE5C78BD6A1}" presName="diagram" presStyleCnt="0">
        <dgm:presLayoutVars>
          <dgm:dir/>
          <dgm:resizeHandles val="exact"/>
        </dgm:presLayoutVars>
      </dgm:prSet>
      <dgm:spPr/>
    </dgm:pt>
    <dgm:pt modelId="{51ACB68D-604F-4029-813C-5999219D7C88}" type="pres">
      <dgm:prSet presAssocID="{965F7865-474C-44CF-9EDF-1A8D47729521}" presName="node" presStyleLbl="node1" presStyleIdx="0" presStyleCnt="7">
        <dgm:presLayoutVars>
          <dgm:bulletEnabled val="1"/>
        </dgm:presLayoutVars>
      </dgm:prSet>
      <dgm:spPr/>
    </dgm:pt>
    <dgm:pt modelId="{FA173BF0-7810-4AE9-8894-2B32A274730B}" type="pres">
      <dgm:prSet presAssocID="{A9734EBD-04B6-49EB-8A4A-0337094C3DA4}" presName="sibTrans" presStyleCnt="0"/>
      <dgm:spPr/>
    </dgm:pt>
    <dgm:pt modelId="{FF6C42A7-E0FD-438D-998E-9638B9B9C8E7}" type="pres">
      <dgm:prSet presAssocID="{09AF82A3-BEEB-4F7F-95B6-E46F86D1F630}" presName="node" presStyleLbl="node1" presStyleIdx="1" presStyleCnt="7">
        <dgm:presLayoutVars>
          <dgm:bulletEnabled val="1"/>
        </dgm:presLayoutVars>
      </dgm:prSet>
      <dgm:spPr/>
    </dgm:pt>
    <dgm:pt modelId="{66B3532F-708E-4065-99A7-D1CC2E2CF1BB}" type="pres">
      <dgm:prSet presAssocID="{86C89ABE-9BB6-4FF4-A729-7A2C6D1F2F87}" presName="sibTrans" presStyleCnt="0"/>
      <dgm:spPr/>
    </dgm:pt>
    <dgm:pt modelId="{D0A2B254-BADB-46EE-9598-C559B6010EE4}" type="pres">
      <dgm:prSet presAssocID="{14D4BE8C-8DC2-4EB2-B09E-2C7E4C485C18}" presName="node" presStyleLbl="node1" presStyleIdx="2" presStyleCnt="7">
        <dgm:presLayoutVars>
          <dgm:bulletEnabled val="1"/>
        </dgm:presLayoutVars>
      </dgm:prSet>
      <dgm:spPr/>
    </dgm:pt>
    <dgm:pt modelId="{E0322218-DDCE-4CF6-AF02-D62F556EE750}" type="pres">
      <dgm:prSet presAssocID="{F257F72C-3928-4F6F-AEAA-B236CAD4C059}" presName="sibTrans" presStyleCnt="0"/>
      <dgm:spPr/>
    </dgm:pt>
    <dgm:pt modelId="{6FE21F76-B5DE-46BB-9E0A-A529E010BBDE}" type="pres">
      <dgm:prSet presAssocID="{6C143C00-5AF0-4FF7-9B0C-5CBB7053C474}" presName="node" presStyleLbl="node1" presStyleIdx="3" presStyleCnt="7">
        <dgm:presLayoutVars>
          <dgm:bulletEnabled val="1"/>
        </dgm:presLayoutVars>
      </dgm:prSet>
      <dgm:spPr/>
    </dgm:pt>
    <dgm:pt modelId="{032A4104-8423-419C-ABC7-802AA1535D64}" type="pres">
      <dgm:prSet presAssocID="{A5632017-BD9E-4D95-B607-22E1725063F0}" presName="sibTrans" presStyleCnt="0"/>
      <dgm:spPr/>
    </dgm:pt>
    <dgm:pt modelId="{B163E749-28B0-40B6-9B1E-82406BA39EB2}" type="pres">
      <dgm:prSet presAssocID="{653F3E90-52FB-4B58-B299-EE10A57372A3}" presName="node" presStyleLbl="node1" presStyleIdx="4" presStyleCnt="7">
        <dgm:presLayoutVars>
          <dgm:bulletEnabled val="1"/>
        </dgm:presLayoutVars>
      </dgm:prSet>
      <dgm:spPr/>
    </dgm:pt>
    <dgm:pt modelId="{636E1EAC-FB8E-4CEC-B8C0-7EE4CF4B1692}" type="pres">
      <dgm:prSet presAssocID="{3458AE60-59F9-4F18-A9B5-CB688E5A4306}" presName="sibTrans" presStyleCnt="0"/>
      <dgm:spPr/>
    </dgm:pt>
    <dgm:pt modelId="{252A91B8-F750-466C-85A7-249EED90F052}" type="pres">
      <dgm:prSet presAssocID="{0CBD35E2-01A8-4A4F-BA97-542268667B38}" presName="node" presStyleLbl="node1" presStyleIdx="5" presStyleCnt="7">
        <dgm:presLayoutVars>
          <dgm:bulletEnabled val="1"/>
        </dgm:presLayoutVars>
      </dgm:prSet>
      <dgm:spPr/>
    </dgm:pt>
    <dgm:pt modelId="{F398D65C-0302-4CD4-90C8-8445767BAD28}" type="pres">
      <dgm:prSet presAssocID="{D0D35E0D-0FBF-46D2-AAF9-69980BE74A6B}" presName="sibTrans" presStyleCnt="0"/>
      <dgm:spPr/>
    </dgm:pt>
    <dgm:pt modelId="{C514D467-8DC7-4E94-8D56-E3BBE5BADC84}" type="pres">
      <dgm:prSet presAssocID="{9CC5D95A-5F8F-4617-A69B-86ABE85BF24B}" presName="node" presStyleLbl="node1" presStyleIdx="6" presStyleCnt="7">
        <dgm:presLayoutVars>
          <dgm:bulletEnabled val="1"/>
        </dgm:presLayoutVars>
      </dgm:prSet>
      <dgm:spPr/>
    </dgm:pt>
  </dgm:ptLst>
  <dgm:cxnLst>
    <dgm:cxn modelId="{2D69962D-9C61-47EB-9FD8-140170C854C1}" type="presOf" srcId="{965F7865-474C-44CF-9EDF-1A8D47729521}" destId="{51ACB68D-604F-4029-813C-5999219D7C88}" srcOrd="0" destOrd="0" presId="urn:microsoft.com/office/officeart/2005/8/layout/default"/>
    <dgm:cxn modelId="{700E872F-CAED-4508-982D-747C2111BD37}" srcId="{9CE96AFA-2079-4805-A608-BDE5C78BD6A1}" destId="{14D4BE8C-8DC2-4EB2-B09E-2C7E4C485C18}" srcOrd="2" destOrd="0" parTransId="{BD746096-F64C-4574-B5F0-0379C1F255E0}" sibTransId="{F257F72C-3928-4F6F-AEAA-B236CAD4C059}"/>
    <dgm:cxn modelId="{3CFDD134-8C95-4E0D-BCA7-436DB7CC70CD}" type="presOf" srcId="{653F3E90-52FB-4B58-B299-EE10A57372A3}" destId="{B163E749-28B0-40B6-9B1E-82406BA39EB2}" srcOrd="0" destOrd="0" presId="urn:microsoft.com/office/officeart/2005/8/layout/default"/>
    <dgm:cxn modelId="{D2F1623E-24E8-4212-AA09-106DAE5536FA}" srcId="{9CE96AFA-2079-4805-A608-BDE5C78BD6A1}" destId="{09AF82A3-BEEB-4F7F-95B6-E46F86D1F630}" srcOrd="1" destOrd="0" parTransId="{A119FA91-C5AD-42C5-93B7-79DBD8332F8C}" sibTransId="{86C89ABE-9BB6-4FF4-A729-7A2C6D1F2F87}"/>
    <dgm:cxn modelId="{DA70F841-E3BF-4CE4-9A90-1188C945E0C7}" srcId="{9CE96AFA-2079-4805-A608-BDE5C78BD6A1}" destId="{653F3E90-52FB-4B58-B299-EE10A57372A3}" srcOrd="4" destOrd="0" parTransId="{185BC241-22A7-4319-93E4-CE63EF952BA7}" sibTransId="{3458AE60-59F9-4F18-A9B5-CB688E5A4306}"/>
    <dgm:cxn modelId="{E2E2FE61-0C56-4ACB-A402-337A88E64147}" type="presOf" srcId="{9CC5D95A-5F8F-4617-A69B-86ABE85BF24B}" destId="{C514D467-8DC7-4E94-8D56-E3BBE5BADC84}" srcOrd="0" destOrd="0" presId="urn:microsoft.com/office/officeart/2005/8/layout/default"/>
    <dgm:cxn modelId="{BCFFA46D-EC57-4945-80F3-227D084879FC}" srcId="{9CE96AFA-2079-4805-A608-BDE5C78BD6A1}" destId="{965F7865-474C-44CF-9EDF-1A8D47729521}" srcOrd="0" destOrd="0" parTransId="{8C520E8F-4ACE-4CE2-90D0-48530394CD81}" sibTransId="{A9734EBD-04B6-49EB-8A4A-0337094C3DA4}"/>
    <dgm:cxn modelId="{32C4A076-7DCE-4553-9BBA-9C0A9DDAA960}" type="presOf" srcId="{9CE96AFA-2079-4805-A608-BDE5C78BD6A1}" destId="{2B95F21A-2433-41E1-A1CF-2143340D7316}" srcOrd="0" destOrd="0" presId="urn:microsoft.com/office/officeart/2005/8/layout/default"/>
    <dgm:cxn modelId="{614D7F79-B279-4128-9873-B68354E2B586}" srcId="{9CE96AFA-2079-4805-A608-BDE5C78BD6A1}" destId="{0CBD35E2-01A8-4A4F-BA97-542268667B38}" srcOrd="5" destOrd="0" parTransId="{8ECAB232-8446-418B-A04D-E20B417F1E71}" sibTransId="{D0D35E0D-0FBF-46D2-AAF9-69980BE74A6B}"/>
    <dgm:cxn modelId="{63530F84-AD0A-4B1D-AC11-D0BD2C72CB33}" type="presOf" srcId="{14D4BE8C-8DC2-4EB2-B09E-2C7E4C485C18}" destId="{D0A2B254-BADB-46EE-9598-C559B6010EE4}" srcOrd="0" destOrd="0" presId="urn:microsoft.com/office/officeart/2005/8/layout/default"/>
    <dgm:cxn modelId="{2295D59F-0DF6-4A4D-92CD-064A71DB3B81}" type="presOf" srcId="{0CBD35E2-01A8-4A4F-BA97-542268667B38}" destId="{252A91B8-F750-466C-85A7-249EED90F052}" srcOrd="0" destOrd="0" presId="urn:microsoft.com/office/officeart/2005/8/layout/default"/>
    <dgm:cxn modelId="{16BCA2A2-C81F-4A61-98EE-60C4464F87FA}" srcId="{9CE96AFA-2079-4805-A608-BDE5C78BD6A1}" destId="{6C143C00-5AF0-4FF7-9B0C-5CBB7053C474}" srcOrd="3" destOrd="0" parTransId="{FB861F71-D332-4B1A-9007-1F359067CF49}" sibTransId="{A5632017-BD9E-4D95-B607-22E1725063F0}"/>
    <dgm:cxn modelId="{2D4221D3-C06D-4876-92F4-0AE98D3D1534}" type="presOf" srcId="{6C143C00-5AF0-4FF7-9B0C-5CBB7053C474}" destId="{6FE21F76-B5DE-46BB-9E0A-A529E010BBDE}" srcOrd="0" destOrd="0" presId="urn:microsoft.com/office/officeart/2005/8/layout/default"/>
    <dgm:cxn modelId="{4C649FD3-3408-401B-9C7B-67EC3B1816AC}" srcId="{9CE96AFA-2079-4805-A608-BDE5C78BD6A1}" destId="{9CC5D95A-5F8F-4617-A69B-86ABE85BF24B}" srcOrd="6" destOrd="0" parTransId="{73048481-8FF4-4264-97CD-3E0541DC194A}" sibTransId="{6C100A1B-E23E-4F9E-8912-BD9C6C7770D1}"/>
    <dgm:cxn modelId="{F1DEC4EF-70FD-4A2A-8B60-845FE14C201C}" type="presOf" srcId="{09AF82A3-BEEB-4F7F-95B6-E46F86D1F630}" destId="{FF6C42A7-E0FD-438D-998E-9638B9B9C8E7}" srcOrd="0" destOrd="0" presId="urn:microsoft.com/office/officeart/2005/8/layout/default"/>
    <dgm:cxn modelId="{E6376C8F-11E3-402E-B575-64A1D6A51C48}" type="presParOf" srcId="{2B95F21A-2433-41E1-A1CF-2143340D7316}" destId="{51ACB68D-604F-4029-813C-5999219D7C88}" srcOrd="0" destOrd="0" presId="urn:microsoft.com/office/officeart/2005/8/layout/default"/>
    <dgm:cxn modelId="{A36F1226-3CB6-458D-8D8B-DC1962EE140B}" type="presParOf" srcId="{2B95F21A-2433-41E1-A1CF-2143340D7316}" destId="{FA173BF0-7810-4AE9-8894-2B32A274730B}" srcOrd="1" destOrd="0" presId="urn:microsoft.com/office/officeart/2005/8/layout/default"/>
    <dgm:cxn modelId="{12823D80-7621-4C34-B6C5-8A8200EEAC0E}" type="presParOf" srcId="{2B95F21A-2433-41E1-A1CF-2143340D7316}" destId="{FF6C42A7-E0FD-438D-998E-9638B9B9C8E7}" srcOrd="2" destOrd="0" presId="urn:microsoft.com/office/officeart/2005/8/layout/default"/>
    <dgm:cxn modelId="{65FC8F65-97EA-4FA0-9BA3-3D046EEC2826}" type="presParOf" srcId="{2B95F21A-2433-41E1-A1CF-2143340D7316}" destId="{66B3532F-708E-4065-99A7-D1CC2E2CF1BB}" srcOrd="3" destOrd="0" presId="urn:microsoft.com/office/officeart/2005/8/layout/default"/>
    <dgm:cxn modelId="{7C184152-D4E6-4D4D-9C6A-60B30F7D3F80}" type="presParOf" srcId="{2B95F21A-2433-41E1-A1CF-2143340D7316}" destId="{D0A2B254-BADB-46EE-9598-C559B6010EE4}" srcOrd="4" destOrd="0" presId="urn:microsoft.com/office/officeart/2005/8/layout/default"/>
    <dgm:cxn modelId="{75C7998B-786C-41C5-8EFB-4DF74F2D4517}" type="presParOf" srcId="{2B95F21A-2433-41E1-A1CF-2143340D7316}" destId="{E0322218-DDCE-4CF6-AF02-D62F556EE750}" srcOrd="5" destOrd="0" presId="urn:microsoft.com/office/officeart/2005/8/layout/default"/>
    <dgm:cxn modelId="{8B2C2A4E-15C4-4FEA-B2F1-D80B88970037}" type="presParOf" srcId="{2B95F21A-2433-41E1-A1CF-2143340D7316}" destId="{6FE21F76-B5DE-46BB-9E0A-A529E010BBDE}" srcOrd="6" destOrd="0" presId="urn:microsoft.com/office/officeart/2005/8/layout/default"/>
    <dgm:cxn modelId="{40174EA0-FFE7-4C17-8699-3EE6A5044EAC}" type="presParOf" srcId="{2B95F21A-2433-41E1-A1CF-2143340D7316}" destId="{032A4104-8423-419C-ABC7-802AA1535D64}" srcOrd="7" destOrd="0" presId="urn:microsoft.com/office/officeart/2005/8/layout/default"/>
    <dgm:cxn modelId="{75835C92-C590-4335-B7B5-D0426EA38E50}" type="presParOf" srcId="{2B95F21A-2433-41E1-A1CF-2143340D7316}" destId="{B163E749-28B0-40B6-9B1E-82406BA39EB2}" srcOrd="8" destOrd="0" presId="urn:microsoft.com/office/officeart/2005/8/layout/default"/>
    <dgm:cxn modelId="{1F52F118-E852-4E2C-A8DE-2B7C9480E075}" type="presParOf" srcId="{2B95F21A-2433-41E1-A1CF-2143340D7316}" destId="{636E1EAC-FB8E-4CEC-B8C0-7EE4CF4B1692}" srcOrd="9" destOrd="0" presId="urn:microsoft.com/office/officeart/2005/8/layout/default"/>
    <dgm:cxn modelId="{64D4DF2A-3AD0-4107-B1A8-189DDE3BBA60}" type="presParOf" srcId="{2B95F21A-2433-41E1-A1CF-2143340D7316}" destId="{252A91B8-F750-466C-85A7-249EED90F052}" srcOrd="10" destOrd="0" presId="urn:microsoft.com/office/officeart/2005/8/layout/default"/>
    <dgm:cxn modelId="{DF81F1D5-609A-48FB-B77D-177E565E3C68}" type="presParOf" srcId="{2B95F21A-2433-41E1-A1CF-2143340D7316}" destId="{F398D65C-0302-4CD4-90C8-8445767BAD28}" srcOrd="11" destOrd="0" presId="urn:microsoft.com/office/officeart/2005/8/layout/default"/>
    <dgm:cxn modelId="{E4329CAB-452C-43A5-A8E5-BAD827E0D875}" type="presParOf" srcId="{2B95F21A-2433-41E1-A1CF-2143340D7316}" destId="{C514D467-8DC7-4E94-8D56-E3BBE5BADC84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FC7E6D7-79E9-4C76-B472-21E616B74E44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329ED85C-8887-454D-A02C-5CF25CEFDD96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cold</a:t>
          </a:r>
          <a:r>
            <a:rPr lang="en-PK" b="0" i="0" baseline="0"/>
            <a:t> and the sunlight intensity is </a:t>
          </a:r>
          <a:r>
            <a:rPr lang="en-PK" b="1" i="0" baseline="0"/>
            <a:t>low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BCEF11A9-0DD1-41CC-BB59-CCB515254345}" type="parTrans" cxnId="{0F3FAAEE-3F9E-4E81-9756-2793D4CB13FC}">
      <dgm:prSet/>
      <dgm:spPr/>
      <dgm:t>
        <a:bodyPr/>
        <a:lstStyle/>
        <a:p>
          <a:endParaRPr lang="en-US"/>
        </a:p>
      </dgm:t>
    </dgm:pt>
    <dgm:pt modelId="{43EAD00E-37BF-4687-AE9E-6FC535D8E6CE}" type="sibTrans" cxnId="{0F3FAAEE-3F9E-4E81-9756-2793D4CB13FC}">
      <dgm:prSet/>
      <dgm:spPr/>
      <dgm:t>
        <a:bodyPr/>
        <a:lstStyle/>
        <a:p>
          <a:endParaRPr lang="en-US"/>
        </a:p>
      </dgm:t>
    </dgm:pt>
    <dgm:pt modelId="{ED7EA5F6-DC7A-49BA-9920-BEEEC872FF7B}">
      <dgm:prSet/>
      <dgm:spPr/>
      <dgm:t>
        <a:bodyPr/>
        <a:lstStyle/>
        <a:p>
          <a:r>
            <a:rPr lang="en-PK" b="0" i="0" baseline="0"/>
            <a:t>Heater Control: High </a:t>
          </a:r>
          <a:endParaRPr lang="en-US"/>
        </a:p>
      </dgm:t>
    </dgm:pt>
    <dgm:pt modelId="{6267B21E-FE58-406B-8229-CFB67A751F55}" type="parTrans" cxnId="{E368BDA9-6EC9-4FC4-84EA-1D60F2671FB3}">
      <dgm:prSet/>
      <dgm:spPr/>
      <dgm:t>
        <a:bodyPr/>
        <a:lstStyle/>
        <a:p>
          <a:endParaRPr lang="en-US"/>
        </a:p>
      </dgm:t>
    </dgm:pt>
    <dgm:pt modelId="{47682EEB-64F7-4F4F-A0D4-396FBEA6AD5D}" type="sibTrans" cxnId="{E368BDA9-6EC9-4FC4-84EA-1D60F2671FB3}">
      <dgm:prSet/>
      <dgm:spPr/>
      <dgm:t>
        <a:bodyPr/>
        <a:lstStyle/>
        <a:p>
          <a:endParaRPr lang="en-US"/>
        </a:p>
      </dgm:t>
    </dgm:pt>
    <dgm:pt modelId="{2CCF67A7-87F0-47A6-AC68-4325D45432A9}">
      <dgm:prSet/>
      <dgm:spPr/>
      <dgm:t>
        <a:bodyPr/>
        <a:lstStyle/>
        <a:p>
          <a:r>
            <a:rPr lang="en-PK" b="0" i="0" baseline="0"/>
            <a:t>Humidifier Control: Medium </a:t>
          </a:r>
          <a:endParaRPr lang="en-US"/>
        </a:p>
      </dgm:t>
    </dgm:pt>
    <dgm:pt modelId="{59894FF8-1CC0-4100-9C0C-6AC43F8EAABE}" type="parTrans" cxnId="{9C216C44-6C6A-4FF3-8197-F9CB48183276}">
      <dgm:prSet/>
      <dgm:spPr/>
      <dgm:t>
        <a:bodyPr/>
        <a:lstStyle/>
        <a:p>
          <a:endParaRPr lang="en-US"/>
        </a:p>
      </dgm:t>
    </dgm:pt>
    <dgm:pt modelId="{6C9FE685-FFB4-4276-B98C-CB7F6A7A39F2}" type="sibTrans" cxnId="{9C216C44-6C6A-4FF3-8197-F9CB48183276}">
      <dgm:prSet/>
      <dgm:spPr/>
      <dgm:t>
        <a:bodyPr/>
        <a:lstStyle/>
        <a:p>
          <a:endParaRPr lang="en-US"/>
        </a:p>
      </dgm:t>
    </dgm:pt>
    <dgm:pt modelId="{0269C036-6CD9-418F-AA02-F217F8FF7B88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moderate</a:t>
          </a:r>
          <a:r>
            <a:rPr lang="en-PK" b="0" i="0" baseline="0"/>
            <a:t> and the humidity level is </a:t>
          </a:r>
          <a:r>
            <a:rPr lang="en-PK" b="1" i="0" baseline="0"/>
            <a:t>comfortable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5BEF13FA-F4FE-4188-B815-FC138A5D7A13}" type="parTrans" cxnId="{AE7BBAD7-D9B0-41DF-B8B2-CF0744F24E2E}">
      <dgm:prSet/>
      <dgm:spPr/>
      <dgm:t>
        <a:bodyPr/>
        <a:lstStyle/>
        <a:p>
          <a:endParaRPr lang="en-US"/>
        </a:p>
      </dgm:t>
    </dgm:pt>
    <dgm:pt modelId="{54ADA0A4-4155-4283-84E7-08B282619E85}" type="sibTrans" cxnId="{AE7BBAD7-D9B0-41DF-B8B2-CF0744F24E2E}">
      <dgm:prSet/>
      <dgm:spPr/>
      <dgm:t>
        <a:bodyPr/>
        <a:lstStyle/>
        <a:p>
          <a:endParaRPr lang="en-US"/>
        </a:p>
      </dgm:t>
    </dgm:pt>
    <dgm:pt modelId="{F78CFBA9-0D32-4268-A5EC-65EC5949BEDD}">
      <dgm:prSet/>
      <dgm:spPr/>
      <dgm:t>
        <a:bodyPr/>
        <a:lstStyle/>
        <a:p>
          <a:r>
            <a:rPr lang="en-PK" b="0" i="0" baseline="0"/>
            <a:t>Heater Control: Low </a:t>
          </a:r>
          <a:endParaRPr lang="en-US"/>
        </a:p>
      </dgm:t>
    </dgm:pt>
    <dgm:pt modelId="{89C7DB60-9942-4A87-89C1-518A344C03CE}" type="parTrans" cxnId="{A34DC792-45FA-4EF3-95B1-1B2204CFE139}">
      <dgm:prSet/>
      <dgm:spPr/>
      <dgm:t>
        <a:bodyPr/>
        <a:lstStyle/>
        <a:p>
          <a:endParaRPr lang="en-US"/>
        </a:p>
      </dgm:t>
    </dgm:pt>
    <dgm:pt modelId="{2783697D-F8A7-45B9-A977-8AC05BDD5AA0}" type="sibTrans" cxnId="{A34DC792-45FA-4EF3-95B1-1B2204CFE139}">
      <dgm:prSet/>
      <dgm:spPr/>
      <dgm:t>
        <a:bodyPr/>
        <a:lstStyle/>
        <a:p>
          <a:endParaRPr lang="en-US"/>
        </a:p>
      </dgm:t>
    </dgm:pt>
    <dgm:pt modelId="{144E0FA6-4251-402E-80A6-3C76DDEA30D7}">
      <dgm:prSet/>
      <dgm:spPr/>
      <dgm:t>
        <a:bodyPr/>
        <a:lstStyle/>
        <a:p>
          <a:r>
            <a:rPr lang="en-PK" b="0" i="0" baseline="0"/>
            <a:t>Humidifier Control: Low </a:t>
          </a:r>
          <a:endParaRPr lang="en-US"/>
        </a:p>
      </dgm:t>
    </dgm:pt>
    <dgm:pt modelId="{4CAA6D75-124E-43C0-B6C6-93A030CAE043}" type="parTrans" cxnId="{DF23C636-4753-448F-8E33-83736BE70AB9}">
      <dgm:prSet/>
      <dgm:spPr/>
      <dgm:t>
        <a:bodyPr/>
        <a:lstStyle/>
        <a:p>
          <a:endParaRPr lang="en-US"/>
        </a:p>
      </dgm:t>
    </dgm:pt>
    <dgm:pt modelId="{E923DBFA-0FAC-4D48-B959-29BF8A789905}" type="sibTrans" cxnId="{DF23C636-4753-448F-8E33-83736BE70AB9}">
      <dgm:prSet/>
      <dgm:spPr/>
      <dgm:t>
        <a:bodyPr/>
        <a:lstStyle/>
        <a:p>
          <a:endParaRPr lang="en-US"/>
        </a:p>
      </dgm:t>
    </dgm:pt>
    <dgm:pt modelId="{307A8AA9-C54B-4BB3-AA48-84EB8A6B5743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hot</a:t>
          </a:r>
          <a:r>
            <a:rPr lang="en-PK" b="0" i="0" baseline="0"/>
            <a:t> and the humidity level is </a:t>
          </a:r>
          <a:r>
            <a:rPr lang="en-PK" b="1" i="0" baseline="0"/>
            <a:t>humid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743BBBDC-2EB0-414A-8C33-6E5DCEB63E8D}" type="parTrans" cxnId="{542EF458-7226-431C-9125-73E71F001E28}">
      <dgm:prSet/>
      <dgm:spPr/>
      <dgm:t>
        <a:bodyPr/>
        <a:lstStyle/>
        <a:p>
          <a:endParaRPr lang="en-US"/>
        </a:p>
      </dgm:t>
    </dgm:pt>
    <dgm:pt modelId="{55722D9F-15A0-41AF-B64E-D7F024EDFBAD}" type="sibTrans" cxnId="{542EF458-7226-431C-9125-73E71F001E28}">
      <dgm:prSet/>
      <dgm:spPr/>
      <dgm:t>
        <a:bodyPr/>
        <a:lstStyle/>
        <a:p>
          <a:endParaRPr lang="en-US"/>
        </a:p>
      </dgm:t>
    </dgm:pt>
    <dgm:pt modelId="{226D4F53-C5DB-4B94-AFAB-A72466B9EECF}">
      <dgm:prSet/>
      <dgm:spPr/>
      <dgm:t>
        <a:bodyPr/>
        <a:lstStyle/>
        <a:p>
          <a:r>
            <a:rPr lang="en-PK" b="0" i="0" baseline="0"/>
            <a:t>Heater Control: Low </a:t>
          </a:r>
          <a:endParaRPr lang="en-US"/>
        </a:p>
      </dgm:t>
    </dgm:pt>
    <dgm:pt modelId="{CE609E60-66AB-4986-A2FF-860DB6E8B4BE}" type="parTrans" cxnId="{653D8863-EE85-4092-83E9-DC4EE0E727E2}">
      <dgm:prSet/>
      <dgm:spPr/>
      <dgm:t>
        <a:bodyPr/>
        <a:lstStyle/>
        <a:p>
          <a:endParaRPr lang="en-US"/>
        </a:p>
      </dgm:t>
    </dgm:pt>
    <dgm:pt modelId="{46A99E7A-9CBA-483A-8129-85972BDAF7F6}" type="sibTrans" cxnId="{653D8863-EE85-4092-83E9-DC4EE0E727E2}">
      <dgm:prSet/>
      <dgm:spPr/>
      <dgm:t>
        <a:bodyPr/>
        <a:lstStyle/>
        <a:p>
          <a:endParaRPr lang="en-US"/>
        </a:p>
      </dgm:t>
    </dgm:pt>
    <dgm:pt modelId="{E978886A-845D-4EE0-884F-3A04BE4068D0}">
      <dgm:prSet/>
      <dgm:spPr/>
      <dgm:t>
        <a:bodyPr/>
        <a:lstStyle/>
        <a:p>
          <a:r>
            <a:rPr lang="en-PK" b="0" i="0" baseline="0"/>
            <a:t>Humidifier Control: High </a:t>
          </a:r>
          <a:endParaRPr lang="en-US"/>
        </a:p>
      </dgm:t>
    </dgm:pt>
    <dgm:pt modelId="{184E23A5-DE3E-438B-A6AC-B3B15199D72C}" type="parTrans" cxnId="{624939D2-55B7-46A5-A1A1-9B1C2E40791D}">
      <dgm:prSet/>
      <dgm:spPr/>
      <dgm:t>
        <a:bodyPr/>
        <a:lstStyle/>
        <a:p>
          <a:endParaRPr lang="en-US"/>
        </a:p>
      </dgm:t>
    </dgm:pt>
    <dgm:pt modelId="{CE86F7A0-2AC5-47A4-8BCF-8A1DD2C8FD18}" type="sibTrans" cxnId="{624939D2-55B7-46A5-A1A1-9B1C2E40791D}">
      <dgm:prSet/>
      <dgm:spPr/>
      <dgm:t>
        <a:bodyPr/>
        <a:lstStyle/>
        <a:p>
          <a:endParaRPr lang="en-US"/>
        </a:p>
      </dgm:t>
    </dgm:pt>
    <dgm:pt modelId="{81F2ABB4-DD37-4B71-8236-0F258A381874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cold</a:t>
          </a:r>
          <a:r>
            <a:rPr lang="en-PK" b="0" i="0" baseline="0"/>
            <a:t> and the humidity level is </a:t>
          </a:r>
          <a:r>
            <a:rPr lang="en-PK" b="1" i="0" baseline="0"/>
            <a:t>dry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D14D7350-8E60-4C62-AC88-E0B3DDD95F77}" type="parTrans" cxnId="{DA08D1FF-F926-40F2-844A-D1B13F4C3205}">
      <dgm:prSet/>
      <dgm:spPr/>
      <dgm:t>
        <a:bodyPr/>
        <a:lstStyle/>
        <a:p>
          <a:endParaRPr lang="en-US"/>
        </a:p>
      </dgm:t>
    </dgm:pt>
    <dgm:pt modelId="{8B4B1C1A-C33E-4F50-BEB4-1E1E6E66764A}" type="sibTrans" cxnId="{DA08D1FF-F926-40F2-844A-D1B13F4C3205}">
      <dgm:prSet/>
      <dgm:spPr/>
      <dgm:t>
        <a:bodyPr/>
        <a:lstStyle/>
        <a:p>
          <a:endParaRPr lang="en-US"/>
        </a:p>
      </dgm:t>
    </dgm:pt>
    <dgm:pt modelId="{A9D62CB7-67B2-40D9-9344-9CF8585E6704}">
      <dgm:prSet/>
      <dgm:spPr/>
      <dgm:t>
        <a:bodyPr/>
        <a:lstStyle/>
        <a:p>
          <a:r>
            <a:rPr lang="en-PK" b="0" i="0" baseline="0"/>
            <a:t>Heater Control: High </a:t>
          </a:r>
          <a:endParaRPr lang="en-US"/>
        </a:p>
      </dgm:t>
    </dgm:pt>
    <dgm:pt modelId="{57146BA5-9DCE-4E11-A9B6-BB1F4413C1FD}" type="parTrans" cxnId="{8CADA005-5160-4729-855F-470A937B5964}">
      <dgm:prSet/>
      <dgm:spPr/>
      <dgm:t>
        <a:bodyPr/>
        <a:lstStyle/>
        <a:p>
          <a:endParaRPr lang="en-US"/>
        </a:p>
      </dgm:t>
    </dgm:pt>
    <dgm:pt modelId="{99CA4698-07BC-4B65-A765-13EAA465242E}" type="sibTrans" cxnId="{8CADA005-5160-4729-855F-470A937B5964}">
      <dgm:prSet/>
      <dgm:spPr/>
      <dgm:t>
        <a:bodyPr/>
        <a:lstStyle/>
        <a:p>
          <a:endParaRPr lang="en-US"/>
        </a:p>
      </dgm:t>
    </dgm:pt>
    <dgm:pt modelId="{6C374E30-EF97-45A8-8AC2-37B0C2C7948A}">
      <dgm:prSet/>
      <dgm:spPr/>
      <dgm:t>
        <a:bodyPr/>
        <a:lstStyle/>
        <a:p>
          <a:r>
            <a:rPr lang="en-PK" b="0" i="0" baseline="0"/>
            <a:t>Humidifier Control: High </a:t>
          </a:r>
          <a:endParaRPr lang="en-US"/>
        </a:p>
      </dgm:t>
    </dgm:pt>
    <dgm:pt modelId="{D97E90D4-81F8-43A2-9FF7-84705FE4CF0D}" type="parTrans" cxnId="{7149728C-FF21-4B10-966B-16C232950D5E}">
      <dgm:prSet/>
      <dgm:spPr/>
      <dgm:t>
        <a:bodyPr/>
        <a:lstStyle/>
        <a:p>
          <a:endParaRPr lang="en-US"/>
        </a:p>
      </dgm:t>
    </dgm:pt>
    <dgm:pt modelId="{529B6A34-6829-4DAD-87AC-243E970B6251}" type="sibTrans" cxnId="{7149728C-FF21-4B10-966B-16C232950D5E}">
      <dgm:prSet/>
      <dgm:spPr/>
      <dgm:t>
        <a:bodyPr/>
        <a:lstStyle/>
        <a:p>
          <a:endParaRPr lang="en-US"/>
        </a:p>
      </dgm:t>
    </dgm:pt>
    <dgm:pt modelId="{D627B805-9277-4EDF-9C9E-E02B72D5D391}" type="pres">
      <dgm:prSet presAssocID="{9FC7E6D7-79E9-4C76-B472-21E616B74E4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41BBF7-FF63-406D-9D0B-8E7B808A5CDA}" type="pres">
      <dgm:prSet presAssocID="{329ED85C-8887-454D-A02C-5CF25CEFDD96}" presName="root" presStyleCnt="0"/>
      <dgm:spPr/>
    </dgm:pt>
    <dgm:pt modelId="{C0F4A09D-BAA5-4DB3-8195-0B5994FCB654}" type="pres">
      <dgm:prSet presAssocID="{329ED85C-8887-454D-A02C-5CF25CEFDD96}" presName="rootComposite" presStyleCnt="0"/>
      <dgm:spPr/>
    </dgm:pt>
    <dgm:pt modelId="{7407E06E-271E-453C-B64D-659A1968047E}" type="pres">
      <dgm:prSet presAssocID="{329ED85C-8887-454D-A02C-5CF25CEFDD96}" presName="rootText" presStyleLbl="node1" presStyleIdx="0" presStyleCnt="4"/>
      <dgm:spPr/>
    </dgm:pt>
    <dgm:pt modelId="{89342ABA-12D1-4CD3-9A84-2981C7495D5D}" type="pres">
      <dgm:prSet presAssocID="{329ED85C-8887-454D-A02C-5CF25CEFDD96}" presName="rootConnector" presStyleLbl="node1" presStyleIdx="0" presStyleCnt="4"/>
      <dgm:spPr/>
    </dgm:pt>
    <dgm:pt modelId="{8D1B8F25-740A-49F6-9C7B-02F300A50A8B}" type="pres">
      <dgm:prSet presAssocID="{329ED85C-8887-454D-A02C-5CF25CEFDD96}" presName="childShape" presStyleCnt="0"/>
      <dgm:spPr/>
    </dgm:pt>
    <dgm:pt modelId="{6828D010-D600-4D7B-B764-BB8D5E0A30B1}" type="pres">
      <dgm:prSet presAssocID="{6267B21E-FE58-406B-8229-CFB67A751F55}" presName="Name13" presStyleLbl="parChTrans1D2" presStyleIdx="0" presStyleCnt="8"/>
      <dgm:spPr/>
    </dgm:pt>
    <dgm:pt modelId="{498BD5CB-6E52-40B3-BA2F-6735A05D1279}" type="pres">
      <dgm:prSet presAssocID="{ED7EA5F6-DC7A-49BA-9920-BEEEC872FF7B}" presName="childText" presStyleLbl="bgAcc1" presStyleIdx="0" presStyleCnt="8">
        <dgm:presLayoutVars>
          <dgm:bulletEnabled val="1"/>
        </dgm:presLayoutVars>
      </dgm:prSet>
      <dgm:spPr/>
    </dgm:pt>
    <dgm:pt modelId="{D83AEC13-5933-4191-AA55-2B3304BE439A}" type="pres">
      <dgm:prSet presAssocID="{59894FF8-1CC0-4100-9C0C-6AC43F8EAABE}" presName="Name13" presStyleLbl="parChTrans1D2" presStyleIdx="1" presStyleCnt="8"/>
      <dgm:spPr/>
    </dgm:pt>
    <dgm:pt modelId="{37A3CDB8-F301-4A49-9C14-687A04D86437}" type="pres">
      <dgm:prSet presAssocID="{2CCF67A7-87F0-47A6-AC68-4325D45432A9}" presName="childText" presStyleLbl="bgAcc1" presStyleIdx="1" presStyleCnt="8">
        <dgm:presLayoutVars>
          <dgm:bulletEnabled val="1"/>
        </dgm:presLayoutVars>
      </dgm:prSet>
      <dgm:spPr/>
    </dgm:pt>
    <dgm:pt modelId="{E6BF0831-8C93-45B8-A88A-C07F2FA17445}" type="pres">
      <dgm:prSet presAssocID="{0269C036-6CD9-418F-AA02-F217F8FF7B88}" presName="root" presStyleCnt="0"/>
      <dgm:spPr/>
    </dgm:pt>
    <dgm:pt modelId="{1ABCAAB0-4812-4728-ABAB-C941FAD16B14}" type="pres">
      <dgm:prSet presAssocID="{0269C036-6CD9-418F-AA02-F217F8FF7B88}" presName="rootComposite" presStyleCnt="0"/>
      <dgm:spPr/>
    </dgm:pt>
    <dgm:pt modelId="{40548CC5-4967-48B5-83E2-BE9F872D14DC}" type="pres">
      <dgm:prSet presAssocID="{0269C036-6CD9-418F-AA02-F217F8FF7B88}" presName="rootText" presStyleLbl="node1" presStyleIdx="1" presStyleCnt="4"/>
      <dgm:spPr/>
    </dgm:pt>
    <dgm:pt modelId="{DDFEF94E-34A0-4B94-B00D-DC3073B78244}" type="pres">
      <dgm:prSet presAssocID="{0269C036-6CD9-418F-AA02-F217F8FF7B88}" presName="rootConnector" presStyleLbl="node1" presStyleIdx="1" presStyleCnt="4"/>
      <dgm:spPr/>
    </dgm:pt>
    <dgm:pt modelId="{C3E9B98C-E99F-4955-9646-29AEEA68A3B0}" type="pres">
      <dgm:prSet presAssocID="{0269C036-6CD9-418F-AA02-F217F8FF7B88}" presName="childShape" presStyleCnt="0"/>
      <dgm:spPr/>
    </dgm:pt>
    <dgm:pt modelId="{8E299672-69E4-40DE-AE95-EB7C9777ED07}" type="pres">
      <dgm:prSet presAssocID="{89C7DB60-9942-4A87-89C1-518A344C03CE}" presName="Name13" presStyleLbl="parChTrans1D2" presStyleIdx="2" presStyleCnt="8"/>
      <dgm:spPr/>
    </dgm:pt>
    <dgm:pt modelId="{B850A9E0-686B-4205-A5FE-66C79A833F4F}" type="pres">
      <dgm:prSet presAssocID="{F78CFBA9-0D32-4268-A5EC-65EC5949BEDD}" presName="childText" presStyleLbl="bgAcc1" presStyleIdx="2" presStyleCnt="8">
        <dgm:presLayoutVars>
          <dgm:bulletEnabled val="1"/>
        </dgm:presLayoutVars>
      </dgm:prSet>
      <dgm:spPr/>
    </dgm:pt>
    <dgm:pt modelId="{717F7C53-383A-47BD-BE98-ACAC6B1384B5}" type="pres">
      <dgm:prSet presAssocID="{4CAA6D75-124E-43C0-B6C6-93A030CAE043}" presName="Name13" presStyleLbl="parChTrans1D2" presStyleIdx="3" presStyleCnt="8"/>
      <dgm:spPr/>
    </dgm:pt>
    <dgm:pt modelId="{D8822897-734C-47A4-B13B-65B089A9A7B7}" type="pres">
      <dgm:prSet presAssocID="{144E0FA6-4251-402E-80A6-3C76DDEA30D7}" presName="childText" presStyleLbl="bgAcc1" presStyleIdx="3" presStyleCnt="8">
        <dgm:presLayoutVars>
          <dgm:bulletEnabled val="1"/>
        </dgm:presLayoutVars>
      </dgm:prSet>
      <dgm:spPr/>
    </dgm:pt>
    <dgm:pt modelId="{0CF108CF-3EB8-489D-8184-6A4659A2D0F4}" type="pres">
      <dgm:prSet presAssocID="{307A8AA9-C54B-4BB3-AA48-84EB8A6B5743}" presName="root" presStyleCnt="0"/>
      <dgm:spPr/>
    </dgm:pt>
    <dgm:pt modelId="{B8C209B3-813A-4288-9D11-7925460B3466}" type="pres">
      <dgm:prSet presAssocID="{307A8AA9-C54B-4BB3-AA48-84EB8A6B5743}" presName="rootComposite" presStyleCnt="0"/>
      <dgm:spPr/>
    </dgm:pt>
    <dgm:pt modelId="{22F0185D-8A5F-4D1F-8C1C-03004F241F33}" type="pres">
      <dgm:prSet presAssocID="{307A8AA9-C54B-4BB3-AA48-84EB8A6B5743}" presName="rootText" presStyleLbl="node1" presStyleIdx="2" presStyleCnt="4"/>
      <dgm:spPr/>
    </dgm:pt>
    <dgm:pt modelId="{C1FCF378-5BEE-4A2D-B74F-6EB569B67489}" type="pres">
      <dgm:prSet presAssocID="{307A8AA9-C54B-4BB3-AA48-84EB8A6B5743}" presName="rootConnector" presStyleLbl="node1" presStyleIdx="2" presStyleCnt="4"/>
      <dgm:spPr/>
    </dgm:pt>
    <dgm:pt modelId="{D3582207-C7C5-4AE9-8A86-DCC8383D016E}" type="pres">
      <dgm:prSet presAssocID="{307A8AA9-C54B-4BB3-AA48-84EB8A6B5743}" presName="childShape" presStyleCnt="0"/>
      <dgm:spPr/>
    </dgm:pt>
    <dgm:pt modelId="{57A054C6-4577-40BC-8F4D-AF2A1FF3FD90}" type="pres">
      <dgm:prSet presAssocID="{CE609E60-66AB-4986-A2FF-860DB6E8B4BE}" presName="Name13" presStyleLbl="parChTrans1D2" presStyleIdx="4" presStyleCnt="8"/>
      <dgm:spPr/>
    </dgm:pt>
    <dgm:pt modelId="{D3616B72-5090-4C1F-8235-6F899E328E3C}" type="pres">
      <dgm:prSet presAssocID="{226D4F53-C5DB-4B94-AFAB-A72466B9EECF}" presName="childText" presStyleLbl="bgAcc1" presStyleIdx="4" presStyleCnt="8">
        <dgm:presLayoutVars>
          <dgm:bulletEnabled val="1"/>
        </dgm:presLayoutVars>
      </dgm:prSet>
      <dgm:spPr/>
    </dgm:pt>
    <dgm:pt modelId="{1B959AB7-1ADC-426C-B72D-9B09A793E3F0}" type="pres">
      <dgm:prSet presAssocID="{184E23A5-DE3E-438B-A6AC-B3B15199D72C}" presName="Name13" presStyleLbl="parChTrans1D2" presStyleIdx="5" presStyleCnt="8"/>
      <dgm:spPr/>
    </dgm:pt>
    <dgm:pt modelId="{7494328D-D918-4ED8-839D-6479FB841913}" type="pres">
      <dgm:prSet presAssocID="{E978886A-845D-4EE0-884F-3A04BE4068D0}" presName="childText" presStyleLbl="bgAcc1" presStyleIdx="5" presStyleCnt="8">
        <dgm:presLayoutVars>
          <dgm:bulletEnabled val="1"/>
        </dgm:presLayoutVars>
      </dgm:prSet>
      <dgm:spPr/>
    </dgm:pt>
    <dgm:pt modelId="{3026C921-B912-4B76-A4A4-E1589B996CD8}" type="pres">
      <dgm:prSet presAssocID="{81F2ABB4-DD37-4B71-8236-0F258A381874}" presName="root" presStyleCnt="0"/>
      <dgm:spPr/>
    </dgm:pt>
    <dgm:pt modelId="{D77C292E-F116-4E59-BA57-7BB93A47AD30}" type="pres">
      <dgm:prSet presAssocID="{81F2ABB4-DD37-4B71-8236-0F258A381874}" presName="rootComposite" presStyleCnt="0"/>
      <dgm:spPr/>
    </dgm:pt>
    <dgm:pt modelId="{6DB2E0BE-B0DC-4A8B-8FC9-9346B89AD541}" type="pres">
      <dgm:prSet presAssocID="{81F2ABB4-DD37-4B71-8236-0F258A381874}" presName="rootText" presStyleLbl="node1" presStyleIdx="3" presStyleCnt="4"/>
      <dgm:spPr/>
    </dgm:pt>
    <dgm:pt modelId="{0134797E-A51F-4AEF-94EC-D6AD540DE201}" type="pres">
      <dgm:prSet presAssocID="{81F2ABB4-DD37-4B71-8236-0F258A381874}" presName="rootConnector" presStyleLbl="node1" presStyleIdx="3" presStyleCnt="4"/>
      <dgm:spPr/>
    </dgm:pt>
    <dgm:pt modelId="{DA385E36-D0ED-41A7-94B5-EB18171A0E54}" type="pres">
      <dgm:prSet presAssocID="{81F2ABB4-DD37-4B71-8236-0F258A381874}" presName="childShape" presStyleCnt="0"/>
      <dgm:spPr/>
    </dgm:pt>
    <dgm:pt modelId="{785454A4-F410-49D5-8CAB-A9FA309BC07C}" type="pres">
      <dgm:prSet presAssocID="{57146BA5-9DCE-4E11-A9B6-BB1F4413C1FD}" presName="Name13" presStyleLbl="parChTrans1D2" presStyleIdx="6" presStyleCnt="8"/>
      <dgm:spPr/>
    </dgm:pt>
    <dgm:pt modelId="{18368DAB-9621-4A4C-8FAC-70CF500A3DA2}" type="pres">
      <dgm:prSet presAssocID="{A9D62CB7-67B2-40D9-9344-9CF8585E6704}" presName="childText" presStyleLbl="bgAcc1" presStyleIdx="6" presStyleCnt="8">
        <dgm:presLayoutVars>
          <dgm:bulletEnabled val="1"/>
        </dgm:presLayoutVars>
      </dgm:prSet>
      <dgm:spPr/>
    </dgm:pt>
    <dgm:pt modelId="{C6F1CC71-9EB5-46B6-B0B0-8AD0579506CD}" type="pres">
      <dgm:prSet presAssocID="{D97E90D4-81F8-43A2-9FF7-84705FE4CF0D}" presName="Name13" presStyleLbl="parChTrans1D2" presStyleIdx="7" presStyleCnt="8"/>
      <dgm:spPr/>
    </dgm:pt>
    <dgm:pt modelId="{970CA05F-8AA2-4415-A3F7-6FDA5F871253}" type="pres">
      <dgm:prSet presAssocID="{6C374E30-EF97-45A8-8AC2-37B0C2C7948A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8CADA005-5160-4729-855F-470A937B5964}" srcId="{81F2ABB4-DD37-4B71-8236-0F258A381874}" destId="{A9D62CB7-67B2-40D9-9344-9CF8585E6704}" srcOrd="0" destOrd="0" parTransId="{57146BA5-9DCE-4E11-A9B6-BB1F4413C1FD}" sibTransId="{99CA4698-07BC-4B65-A765-13EAA465242E}"/>
    <dgm:cxn modelId="{9DA75209-EBA9-4419-8B9F-3464F79CE7FD}" type="presOf" srcId="{2CCF67A7-87F0-47A6-AC68-4325D45432A9}" destId="{37A3CDB8-F301-4A49-9C14-687A04D86437}" srcOrd="0" destOrd="0" presId="urn:microsoft.com/office/officeart/2005/8/layout/hierarchy3"/>
    <dgm:cxn modelId="{D5447B0E-2A6D-4CD4-8036-B6D00F10B0A2}" type="presOf" srcId="{CE609E60-66AB-4986-A2FF-860DB6E8B4BE}" destId="{57A054C6-4577-40BC-8F4D-AF2A1FF3FD90}" srcOrd="0" destOrd="0" presId="urn:microsoft.com/office/officeart/2005/8/layout/hierarchy3"/>
    <dgm:cxn modelId="{E9F69118-A69C-4DFA-82A7-3DA31669B86A}" type="presOf" srcId="{E978886A-845D-4EE0-884F-3A04BE4068D0}" destId="{7494328D-D918-4ED8-839D-6479FB841913}" srcOrd="0" destOrd="0" presId="urn:microsoft.com/office/officeart/2005/8/layout/hierarchy3"/>
    <dgm:cxn modelId="{8922AA23-FA30-463D-8E35-9F4FC150C9BA}" type="presOf" srcId="{81F2ABB4-DD37-4B71-8236-0F258A381874}" destId="{6DB2E0BE-B0DC-4A8B-8FC9-9346B89AD541}" srcOrd="0" destOrd="0" presId="urn:microsoft.com/office/officeart/2005/8/layout/hierarchy3"/>
    <dgm:cxn modelId="{D369FA24-EFDC-4097-8417-3B6F91222145}" type="presOf" srcId="{329ED85C-8887-454D-A02C-5CF25CEFDD96}" destId="{89342ABA-12D1-4CD3-9A84-2981C7495D5D}" srcOrd="1" destOrd="0" presId="urn:microsoft.com/office/officeart/2005/8/layout/hierarchy3"/>
    <dgm:cxn modelId="{09B13A2C-69B6-4C17-8AE6-765D3EDE6FFE}" type="presOf" srcId="{6267B21E-FE58-406B-8229-CFB67A751F55}" destId="{6828D010-D600-4D7B-B764-BB8D5E0A30B1}" srcOrd="0" destOrd="0" presId="urn:microsoft.com/office/officeart/2005/8/layout/hierarchy3"/>
    <dgm:cxn modelId="{DF20F534-8661-46F7-A8BD-7780318966E1}" type="presOf" srcId="{81F2ABB4-DD37-4B71-8236-0F258A381874}" destId="{0134797E-A51F-4AEF-94EC-D6AD540DE201}" srcOrd="1" destOrd="0" presId="urn:microsoft.com/office/officeart/2005/8/layout/hierarchy3"/>
    <dgm:cxn modelId="{DF23C636-4753-448F-8E33-83736BE70AB9}" srcId="{0269C036-6CD9-418F-AA02-F217F8FF7B88}" destId="{144E0FA6-4251-402E-80A6-3C76DDEA30D7}" srcOrd="1" destOrd="0" parTransId="{4CAA6D75-124E-43C0-B6C6-93A030CAE043}" sibTransId="{E923DBFA-0FAC-4D48-B959-29BF8A789905}"/>
    <dgm:cxn modelId="{4F7CC25B-7DD2-4283-B267-4A4F59059C23}" type="presOf" srcId="{184E23A5-DE3E-438B-A6AC-B3B15199D72C}" destId="{1B959AB7-1ADC-426C-B72D-9B09A793E3F0}" srcOrd="0" destOrd="0" presId="urn:microsoft.com/office/officeart/2005/8/layout/hierarchy3"/>
    <dgm:cxn modelId="{653D8863-EE85-4092-83E9-DC4EE0E727E2}" srcId="{307A8AA9-C54B-4BB3-AA48-84EB8A6B5743}" destId="{226D4F53-C5DB-4B94-AFAB-A72466B9EECF}" srcOrd="0" destOrd="0" parTransId="{CE609E60-66AB-4986-A2FF-860DB6E8B4BE}" sibTransId="{46A99E7A-9CBA-483A-8129-85972BDAF7F6}"/>
    <dgm:cxn modelId="{9C216C44-6C6A-4FF3-8197-F9CB48183276}" srcId="{329ED85C-8887-454D-A02C-5CF25CEFDD96}" destId="{2CCF67A7-87F0-47A6-AC68-4325D45432A9}" srcOrd="1" destOrd="0" parTransId="{59894FF8-1CC0-4100-9C0C-6AC43F8EAABE}" sibTransId="{6C9FE685-FFB4-4276-B98C-CB7F6A7A39F2}"/>
    <dgm:cxn modelId="{02CE3065-C3FC-48DD-8DEB-255D7574483E}" type="presOf" srcId="{329ED85C-8887-454D-A02C-5CF25CEFDD96}" destId="{7407E06E-271E-453C-B64D-659A1968047E}" srcOrd="0" destOrd="0" presId="urn:microsoft.com/office/officeart/2005/8/layout/hierarchy3"/>
    <dgm:cxn modelId="{33D87946-40FF-483E-B953-168EE8BF1F15}" type="presOf" srcId="{307A8AA9-C54B-4BB3-AA48-84EB8A6B5743}" destId="{C1FCF378-5BEE-4A2D-B74F-6EB569B67489}" srcOrd="1" destOrd="0" presId="urn:microsoft.com/office/officeart/2005/8/layout/hierarchy3"/>
    <dgm:cxn modelId="{80A84967-5C80-4499-A0BD-A89378E8EA81}" type="presOf" srcId="{0269C036-6CD9-418F-AA02-F217F8FF7B88}" destId="{40548CC5-4967-48B5-83E2-BE9F872D14DC}" srcOrd="0" destOrd="0" presId="urn:microsoft.com/office/officeart/2005/8/layout/hierarchy3"/>
    <dgm:cxn modelId="{ABD2324A-47AB-4D0B-98C2-8618ECC47F00}" type="presOf" srcId="{57146BA5-9DCE-4E11-A9B6-BB1F4413C1FD}" destId="{785454A4-F410-49D5-8CAB-A9FA309BC07C}" srcOrd="0" destOrd="0" presId="urn:microsoft.com/office/officeart/2005/8/layout/hierarchy3"/>
    <dgm:cxn modelId="{C3E2CB6D-202B-4B99-BB95-66C78480D67D}" type="presOf" srcId="{59894FF8-1CC0-4100-9C0C-6AC43F8EAABE}" destId="{D83AEC13-5933-4191-AA55-2B3304BE439A}" srcOrd="0" destOrd="0" presId="urn:microsoft.com/office/officeart/2005/8/layout/hierarchy3"/>
    <dgm:cxn modelId="{303FE173-24C0-4488-9EC3-2EB54D8D4E6B}" type="presOf" srcId="{226D4F53-C5DB-4B94-AFAB-A72466B9EECF}" destId="{D3616B72-5090-4C1F-8235-6F899E328E3C}" srcOrd="0" destOrd="0" presId="urn:microsoft.com/office/officeart/2005/8/layout/hierarchy3"/>
    <dgm:cxn modelId="{542EF458-7226-431C-9125-73E71F001E28}" srcId="{9FC7E6D7-79E9-4C76-B472-21E616B74E44}" destId="{307A8AA9-C54B-4BB3-AA48-84EB8A6B5743}" srcOrd="2" destOrd="0" parTransId="{743BBBDC-2EB0-414A-8C33-6E5DCEB63E8D}" sibTransId="{55722D9F-15A0-41AF-B64E-D7F024EDFBAD}"/>
    <dgm:cxn modelId="{409D0A7C-AECA-423F-8381-FE6226F4C37C}" type="presOf" srcId="{144E0FA6-4251-402E-80A6-3C76DDEA30D7}" destId="{D8822897-734C-47A4-B13B-65B089A9A7B7}" srcOrd="0" destOrd="0" presId="urn:microsoft.com/office/officeart/2005/8/layout/hierarchy3"/>
    <dgm:cxn modelId="{15BE4687-FEEF-4335-9D31-79850CB58A8A}" type="presOf" srcId="{ED7EA5F6-DC7A-49BA-9920-BEEEC872FF7B}" destId="{498BD5CB-6E52-40B3-BA2F-6735A05D1279}" srcOrd="0" destOrd="0" presId="urn:microsoft.com/office/officeart/2005/8/layout/hierarchy3"/>
    <dgm:cxn modelId="{7149728C-FF21-4B10-966B-16C232950D5E}" srcId="{81F2ABB4-DD37-4B71-8236-0F258A381874}" destId="{6C374E30-EF97-45A8-8AC2-37B0C2C7948A}" srcOrd="1" destOrd="0" parTransId="{D97E90D4-81F8-43A2-9FF7-84705FE4CF0D}" sibTransId="{529B6A34-6829-4DAD-87AC-243E970B6251}"/>
    <dgm:cxn modelId="{A34DC792-45FA-4EF3-95B1-1B2204CFE139}" srcId="{0269C036-6CD9-418F-AA02-F217F8FF7B88}" destId="{F78CFBA9-0D32-4268-A5EC-65EC5949BEDD}" srcOrd="0" destOrd="0" parTransId="{89C7DB60-9942-4A87-89C1-518A344C03CE}" sibTransId="{2783697D-F8A7-45B9-A977-8AC05BDD5AA0}"/>
    <dgm:cxn modelId="{B25357A5-22A2-4143-8F5C-9D7CAB201540}" type="presOf" srcId="{89C7DB60-9942-4A87-89C1-518A344C03CE}" destId="{8E299672-69E4-40DE-AE95-EB7C9777ED07}" srcOrd="0" destOrd="0" presId="urn:microsoft.com/office/officeart/2005/8/layout/hierarchy3"/>
    <dgm:cxn modelId="{E368BDA9-6EC9-4FC4-84EA-1D60F2671FB3}" srcId="{329ED85C-8887-454D-A02C-5CF25CEFDD96}" destId="{ED7EA5F6-DC7A-49BA-9920-BEEEC872FF7B}" srcOrd="0" destOrd="0" parTransId="{6267B21E-FE58-406B-8229-CFB67A751F55}" sibTransId="{47682EEB-64F7-4F4F-A0D4-396FBEA6AD5D}"/>
    <dgm:cxn modelId="{B1E58CBD-92E9-4722-A4E2-D85E69F7C27C}" type="presOf" srcId="{F78CFBA9-0D32-4268-A5EC-65EC5949BEDD}" destId="{B850A9E0-686B-4205-A5FE-66C79A833F4F}" srcOrd="0" destOrd="0" presId="urn:microsoft.com/office/officeart/2005/8/layout/hierarchy3"/>
    <dgm:cxn modelId="{FFD657BF-C6CC-43FC-81ED-6590568FB20A}" type="presOf" srcId="{A9D62CB7-67B2-40D9-9344-9CF8585E6704}" destId="{18368DAB-9621-4A4C-8FAC-70CF500A3DA2}" srcOrd="0" destOrd="0" presId="urn:microsoft.com/office/officeart/2005/8/layout/hierarchy3"/>
    <dgm:cxn modelId="{E0B613C1-DCC7-46F0-A994-FE46DDE136B1}" type="presOf" srcId="{0269C036-6CD9-418F-AA02-F217F8FF7B88}" destId="{DDFEF94E-34A0-4B94-B00D-DC3073B78244}" srcOrd="1" destOrd="0" presId="urn:microsoft.com/office/officeart/2005/8/layout/hierarchy3"/>
    <dgm:cxn modelId="{624939D2-55B7-46A5-A1A1-9B1C2E40791D}" srcId="{307A8AA9-C54B-4BB3-AA48-84EB8A6B5743}" destId="{E978886A-845D-4EE0-884F-3A04BE4068D0}" srcOrd="1" destOrd="0" parTransId="{184E23A5-DE3E-438B-A6AC-B3B15199D72C}" sibTransId="{CE86F7A0-2AC5-47A4-8BCF-8A1DD2C8FD18}"/>
    <dgm:cxn modelId="{BC6290D5-7A23-45E5-B310-F1EFB6FB4B58}" type="presOf" srcId="{6C374E30-EF97-45A8-8AC2-37B0C2C7948A}" destId="{970CA05F-8AA2-4415-A3F7-6FDA5F871253}" srcOrd="0" destOrd="0" presId="urn:microsoft.com/office/officeart/2005/8/layout/hierarchy3"/>
    <dgm:cxn modelId="{AE7BBAD7-D9B0-41DF-B8B2-CF0744F24E2E}" srcId="{9FC7E6D7-79E9-4C76-B472-21E616B74E44}" destId="{0269C036-6CD9-418F-AA02-F217F8FF7B88}" srcOrd="1" destOrd="0" parTransId="{5BEF13FA-F4FE-4188-B815-FC138A5D7A13}" sibTransId="{54ADA0A4-4155-4283-84E7-08B282619E85}"/>
    <dgm:cxn modelId="{CC2FD9E4-E34B-410F-B6AA-B2111134298C}" type="presOf" srcId="{307A8AA9-C54B-4BB3-AA48-84EB8A6B5743}" destId="{22F0185D-8A5F-4D1F-8C1C-03004F241F33}" srcOrd="0" destOrd="0" presId="urn:microsoft.com/office/officeart/2005/8/layout/hierarchy3"/>
    <dgm:cxn modelId="{FE269DE8-5A97-4777-BC36-F1C59867B0B6}" type="presOf" srcId="{4CAA6D75-124E-43C0-B6C6-93A030CAE043}" destId="{717F7C53-383A-47BD-BE98-ACAC6B1384B5}" srcOrd="0" destOrd="0" presId="urn:microsoft.com/office/officeart/2005/8/layout/hierarchy3"/>
    <dgm:cxn modelId="{61BBF3EA-5BA7-484C-8BC5-9D57350ED9DA}" type="presOf" srcId="{9FC7E6D7-79E9-4C76-B472-21E616B74E44}" destId="{D627B805-9277-4EDF-9C9E-E02B72D5D391}" srcOrd="0" destOrd="0" presId="urn:microsoft.com/office/officeart/2005/8/layout/hierarchy3"/>
    <dgm:cxn modelId="{0F3FAAEE-3F9E-4E81-9756-2793D4CB13FC}" srcId="{9FC7E6D7-79E9-4C76-B472-21E616B74E44}" destId="{329ED85C-8887-454D-A02C-5CF25CEFDD96}" srcOrd="0" destOrd="0" parTransId="{BCEF11A9-0DD1-41CC-BB59-CCB515254345}" sibTransId="{43EAD00E-37BF-4687-AE9E-6FC535D8E6CE}"/>
    <dgm:cxn modelId="{FF9DCFF6-A087-4687-99BA-A248A47DF6CC}" type="presOf" srcId="{D97E90D4-81F8-43A2-9FF7-84705FE4CF0D}" destId="{C6F1CC71-9EB5-46B6-B0B0-8AD0579506CD}" srcOrd="0" destOrd="0" presId="urn:microsoft.com/office/officeart/2005/8/layout/hierarchy3"/>
    <dgm:cxn modelId="{DA08D1FF-F926-40F2-844A-D1B13F4C3205}" srcId="{9FC7E6D7-79E9-4C76-B472-21E616B74E44}" destId="{81F2ABB4-DD37-4B71-8236-0F258A381874}" srcOrd="3" destOrd="0" parTransId="{D14D7350-8E60-4C62-AC88-E0B3DDD95F77}" sibTransId="{8B4B1C1A-C33E-4F50-BEB4-1E1E6E66764A}"/>
    <dgm:cxn modelId="{CC54791B-A23D-4886-8FA6-01303F4B7517}" type="presParOf" srcId="{D627B805-9277-4EDF-9C9E-E02B72D5D391}" destId="{CC41BBF7-FF63-406D-9D0B-8E7B808A5CDA}" srcOrd="0" destOrd="0" presId="urn:microsoft.com/office/officeart/2005/8/layout/hierarchy3"/>
    <dgm:cxn modelId="{7139D8E7-F9A8-46D4-98B8-E3D3301C813F}" type="presParOf" srcId="{CC41BBF7-FF63-406D-9D0B-8E7B808A5CDA}" destId="{C0F4A09D-BAA5-4DB3-8195-0B5994FCB654}" srcOrd="0" destOrd="0" presId="urn:microsoft.com/office/officeart/2005/8/layout/hierarchy3"/>
    <dgm:cxn modelId="{710B9146-4596-42D2-9845-7FFBAE3BE7DE}" type="presParOf" srcId="{C0F4A09D-BAA5-4DB3-8195-0B5994FCB654}" destId="{7407E06E-271E-453C-B64D-659A1968047E}" srcOrd="0" destOrd="0" presId="urn:microsoft.com/office/officeart/2005/8/layout/hierarchy3"/>
    <dgm:cxn modelId="{D0131E00-9725-4561-84C1-B657D822379B}" type="presParOf" srcId="{C0F4A09D-BAA5-4DB3-8195-0B5994FCB654}" destId="{89342ABA-12D1-4CD3-9A84-2981C7495D5D}" srcOrd="1" destOrd="0" presId="urn:microsoft.com/office/officeart/2005/8/layout/hierarchy3"/>
    <dgm:cxn modelId="{3CE3DAEC-4FB8-446B-B6DE-88BC9DE3C9DD}" type="presParOf" srcId="{CC41BBF7-FF63-406D-9D0B-8E7B808A5CDA}" destId="{8D1B8F25-740A-49F6-9C7B-02F300A50A8B}" srcOrd="1" destOrd="0" presId="urn:microsoft.com/office/officeart/2005/8/layout/hierarchy3"/>
    <dgm:cxn modelId="{467A72D9-AE8D-40E2-A43F-BFE1153B3927}" type="presParOf" srcId="{8D1B8F25-740A-49F6-9C7B-02F300A50A8B}" destId="{6828D010-D600-4D7B-B764-BB8D5E0A30B1}" srcOrd="0" destOrd="0" presId="urn:microsoft.com/office/officeart/2005/8/layout/hierarchy3"/>
    <dgm:cxn modelId="{804023BA-18D6-466E-9F16-963CC1B2B347}" type="presParOf" srcId="{8D1B8F25-740A-49F6-9C7B-02F300A50A8B}" destId="{498BD5CB-6E52-40B3-BA2F-6735A05D1279}" srcOrd="1" destOrd="0" presId="urn:microsoft.com/office/officeart/2005/8/layout/hierarchy3"/>
    <dgm:cxn modelId="{F1F8F848-8BF8-498E-9C8B-B661CE87270B}" type="presParOf" srcId="{8D1B8F25-740A-49F6-9C7B-02F300A50A8B}" destId="{D83AEC13-5933-4191-AA55-2B3304BE439A}" srcOrd="2" destOrd="0" presId="urn:microsoft.com/office/officeart/2005/8/layout/hierarchy3"/>
    <dgm:cxn modelId="{33F8D62E-6505-4FC3-8246-49E55D5AA6B1}" type="presParOf" srcId="{8D1B8F25-740A-49F6-9C7B-02F300A50A8B}" destId="{37A3CDB8-F301-4A49-9C14-687A04D86437}" srcOrd="3" destOrd="0" presId="urn:microsoft.com/office/officeart/2005/8/layout/hierarchy3"/>
    <dgm:cxn modelId="{02C763EA-797D-4927-980E-E07C43C9A78A}" type="presParOf" srcId="{D627B805-9277-4EDF-9C9E-E02B72D5D391}" destId="{E6BF0831-8C93-45B8-A88A-C07F2FA17445}" srcOrd="1" destOrd="0" presId="urn:microsoft.com/office/officeart/2005/8/layout/hierarchy3"/>
    <dgm:cxn modelId="{0380850E-9D3C-4C97-AF38-E3E400634455}" type="presParOf" srcId="{E6BF0831-8C93-45B8-A88A-C07F2FA17445}" destId="{1ABCAAB0-4812-4728-ABAB-C941FAD16B14}" srcOrd="0" destOrd="0" presId="urn:microsoft.com/office/officeart/2005/8/layout/hierarchy3"/>
    <dgm:cxn modelId="{E2F411A0-92A3-4854-B39F-8FDBD79B56F8}" type="presParOf" srcId="{1ABCAAB0-4812-4728-ABAB-C941FAD16B14}" destId="{40548CC5-4967-48B5-83E2-BE9F872D14DC}" srcOrd="0" destOrd="0" presId="urn:microsoft.com/office/officeart/2005/8/layout/hierarchy3"/>
    <dgm:cxn modelId="{F09920D0-E500-4A88-8203-2C1FAB9DDB5E}" type="presParOf" srcId="{1ABCAAB0-4812-4728-ABAB-C941FAD16B14}" destId="{DDFEF94E-34A0-4B94-B00D-DC3073B78244}" srcOrd="1" destOrd="0" presId="urn:microsoft.com/office/officeart/2005/8/layout/hierarchy3"/>
    <dgm:cxn modelId="{C01B7B6A-4214-4A16-A9D8-9E24EC37DBE2}" type="presParOf" srcId="{E6BF0831-8C93-45B8-A88A-C07F2FA17445}" destId="{C3E9B98C-E99F-4955-9646-29AEEA68A3B0}" srcOrd="1" destOrd="0" presId="urn:microsoft.com/office/officeart/2005/8/layout/hierarchy3"/>
    <dgm:cxn modelId="{2E8CC8E2-A56F-425D-8CD3-28530BE6478E}" type="presParOf" srcId="{C3E9B98C-E99F-4955-9646-29AEEA68A3B0}" destId="{8E299672-69E4-40DE-AE95-EB7C9777ED07}" srcOrd="0" destOrd="0" presId="urn:microsoft.com/office/officeart/2005/8/layout/hierarchy3"/>
    <dgm:cxn modelId="{3D3D9F20-E9A0-4215-A620-E66A858D6679}" type="presParOf" srcId="{C3E9B98C-E99F-4955-9646-29AEEA68A3B0}" destId="{B850A9E0-686B-4205-A5FE-66C79A833F4F}" srcOrd="1" destOrd="0" presId="urn:microsoft.com/office/officeart/2005/8/layout/hierarchy3"/>
    <dgm:cxn modelId="{AA5BC5CD-E0CA-4ECA-9411-9CFFD1E9DE78}" type="presParOf" srcId="{C3E9B98C-E99F-4955-9646-29AEEA68A3B0}" destId="{717F7C53-383A-47BD-BE98-ACAC6B1384B5}" srcOrd="2" destOrd="0" presId="urn:microsoft.com/office/officeart/2005/8/layout/hierarchy3"/>
    <dgm:cxn modelId="{983E006F-6F34-4E3F-8D0F-8AE742F8A926}" type="presParOf" srcId="{C3E9B98C-E99F-4955-9646-29AEEA68A3B0}" destId="{D8822897-734C-47A4-B13B-65B089A9A7B7}" srcOrd="3" destOrd="0" presId="urn:microsoft.com/office/officeart/2005/8/layout/hierarchy3"/>
    <dgm:cxn modelId="{3231276E-294D-479F-8210-D60812DCF770}" type="presParOf" srcId="{D627B805-9277-4EDF-9C9E-E02B72D5D391}" destId="{0CF108CF-3EB8-489D-8184-6A4659A2D0F4}" srcOrd="2" destOrd="0" presId="urn:microsoft.com/office/officeart/2005/8/layout/hierarchy3"/>
    <dgm:cxn modelId="{505F13BB-20D1-434C-9667-8C34269F1A0A}" type="presParOf" srcId="{0CF108CF-3EB8-489D-8184-6A4659A2D0F4}" destId="{B8C209B3-813A-4288-9D11-7925460B3466}" srcOrd="0" destOrd="0" presId="urn:microsoft.com/office/officeart/2005/8/layout/hierarchy3"/>
    <dgm:cxn modelId="{F5F6DB72-0C4C-4786-BBCE-B4481F3D2A25}" type="presParOf" srcId="{B8C209B3-813A-4288-9D11-7925460B3466}" destId="{22F0185D-8A5F-4D1F-8C1C-03004F241F33}" srcOrd="0" destOrd="0" presId="urn:microsoft.com/office/officeart/2005/8/layout/hierarchy3"/>
    <dgm:cxn modelId="{49F9BA29-0F5C-43A9-8919-8A123EB65DA1}" type="presParOf" srcId="{B8C209B3-813A-4288-9D11-7925460B3466}" destId="{C1FCF378-5BEE-4A2D-B74F-6EB569B67489}" srcOrd="1" destOrd="0" presId="urn:microsoft.com/office/officeart/2005/8/layout/hierarchy3"/>
    <dgm:cxn modelId="{1A40CA5B-D31A-4A2F-AC7E-62AA32610C0B}" type="presParOf" srcId="{0CF108CF-3EB8-489D-8184-6A4659A2D0F4}" destId="{D3582207-C7C5-4AE9-8A86-DCC8383D016E}" srcOrd="1" destOrd="0" presId="urn:microsoft.com/office/officeart/2005/8/layout/hierarchy3"/>
    <dgm:cxn modelId="{884000C6-DAC6-4EA6-9928-3DFDD03100E5}" type="presParOf" srcId="{D3582207-C7C5-4AE9-8A86-DCC8383D016E}" destId="{57A054C6-4577-40BC-8F4D-AF2A1FF3FD90}" srcOrd="0" destOrd="0" presId="urn:microsoft.com/office/officeart/2005/8/layout/hierarchy3"/>
    <dgm:cxn modelId="{02B08B4B-FAA4-4A4D-B5D7-FF203493EEDB}" type="presParOf" srcId="{D3582207-C7C5-4AE9-8A86-DCC8383D016E}" destId="{D3616B72-5090-4C1F-8235-6F899E328E3C}" srcOrd="1" destOrd="0" presId="urn:microsoft.com/office/officeart/2005/8/layout/hierarchy3"/>
    <dgm:cxn modelId="{DA033E39-AF7F-489E-BB06-9780FD1D930A}" type="presParOf" srcId="{D3582207-C7C5-4AE9-8A86-DCC8383D016E}" destId="{1B959AB7-1ADC-426C-B72D-9B09A793E3F0}" srcOrd="2" destOrd="0" presId="urn:microsoft.com/office/officeart/2005/8/layout/hierarchy3"/>
    <dgm:cxn modelId="{511DDDD7-27FD-4082-B13F-26A7A2A3610D}" type="presParOf" srcId="{D3582207-C7C5-4AE9-8A86-DCC8383D016E}" destId="{7494328D-D918-4ED8-839D-6479FB841913}" srcOrd="3" destOrd="0" presId="urn:microsoft.com/office/officeart/2005/8/layout/hierarchy3"/>
    <dgm:cxn modelId="{D4E1336C-68CC-4F86-8A52-9AEAD31FAD0F}" type="presParOf" srcId="{D627B805-9277-4EDF-9C9E-E02B72D5D391}" destId="{3026C921-B912-4B76-A4A4-E1589B996CD8}" srcOrd="3" destOrd="0" presId="urn:microsoft.com/office/officeart/2005/8/layout/hierarchy3"/>
    <dgm:cxn modelId="{F98C8D59-2105-40D4-9B7C-8D6CD83AF1D6}" type="presParOf" srcId="{3026C921-B912-4B76-A4A4-E1589B996CD8}" destId="{D77C292E-F116-4E59-BA57-7BB93A47AD30}" srcOrd="0" destOrd="0" presId="urn:microsoft.com/office/officeart/2005/8/layout/hierarchy3"/>
    <dgm:cxn modelId="{31D33980-7B00-495F-946F-EC3183643888}" type="presParOf" srcId="{D77C292E-F116-4E59-BA57-7BB93A47AD30}" destId="{6DB2E0BE-B0DC-4A8B-8FC9-9346B89AD541}" srcOrd="0" destOrd="0" presId="urn:microsoft.com/office/officeart/2005/8/layout/hierarchy3"/>
    <dgm:cxn modelId="{77282B46-56DE-4F1D-AACB-2B58565DDF1C}" type="presParOf" srcId="{D77C292E-F116-4E59-BA57-7BB93A47AD30}" destId="{0134797E-A51F-4AEF-94EC-D6AD540DE201}" srcOrd="1" destOrd="0" presId="urn:microsoft.com/office/officeart/2005/8/layout/hierarchy3"/>
    <dgm:cxn modelId="{0813BC4B-5FB5-4266-8B81-8E04621B90F1}" type="presParOf" srcId="{3026C921-B912-4B76-A4A4-E1589B996CD8}" destId="{DA385E36-D0ED-41A7-94B5-EB18171A0E54}" srcOrd="1" destOrd="0" presId="urn:microsoft.com/office/officeart/2005/8/layout/hierarchy3"/>
    <dgm:cxn modelId="{76C8AFE6-D875-4BC5-B8F0-8B6EDE685E1D}" type="presParOf" srcId="{DA385E36-D0ED-41A7-94B5-EB18171A0E54}" destId="{785454A4-F410-49D5-8CAB-A9FA309BC07C}" srcOrd="0" destOrd="0" presId="urn:microsoft.com/office/officeart/2005/8/layout/hierarchy3"/>
    <dgm:cxn modelId="{29692166-F1C4-4200-83E5-034318188D0B}" type="presParOf" srcId="{DA385E36-D0ED-41A7-94B5-EB18171A0E54}" destId="{18368DAB-9621-4A4C-8FAC-70CF500A3DA2}" srcOrd="1" destOrd="0" presId="urn:microsoft.com/office/officeart/2005/8/layout/hierarchy3"/>
    <dgm:cxn modelId="{58F9CE33-5633-440A-B16E-332AC23E4346}" type="presParOf" srcId="{DA385E36-D0ED-41A7-94B5-EB18171A0E54}" destId="{C6F1CC71-9EB5-46B6-B0B0-8AD0579506CD}" srcOrd="2" destOrd="0" presId="urn:microsoft.com/office/officeart/2005/8/layout/hierarchy3"/>
    <dgm:cxn modelId="{EBFEC9E1-9AA2-42BE-BEA3-F46A0CEA16BF}" type="presParOf" srcId="{DA385E36-D0ED-41A7-94B5-EB18171A0E54}" destId="{970CA05F-8AA2-4415-A3F7-6FDA5F87125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F9F1AF-DB82-49B8-91E0-C75E1AA4216A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7D5709FA-E917-4084-AFBC-3261954072B8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hot</a:t>
          </a:r>
          <a:r>
            <a:rPr lang="en-PK" b="0" i="0" baseline="0"/>
            <a:t> and the sunlight intensity is </a:t>
          </a:r>
          <a:r>
            <a:rPr lang="en-PK" b="1" i="0" baseline="0"/>
            <a:t>high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3C940700-35F5-4E1A-9083-3433DC978DA0}" type="parTrans" cxnId="{C8EA84FC-7441-4AA5-9C02-FB1DB153EB1A}">
      <dgm:prSet/>
      <dgm:spPr/>
      <dgm:t>
        <a:bodyPr/>
        <a:lstStyle/>
        <a:p>
          <a:endParaRPr lang="en-US"/>
        </a:p>
      </dgm:t>
    </dgm:pt>
    <dgm:pt modelId="{167E58BA-C2D4-429E-9FC4-5AF7494B8153}" type="sibTrans" cxnId="{C8EA84FC-7441-4AA5-9C02-FB1DB153EB1A}">
      <dgm:prSet/>
      <dgm:spPr/>
      <dgm:t>
        <a:bodyPr/>
        <a:lstStyle/>
        <a:p>
          <a:endParaRPr lang="en-US"/>
        </a:p>
      </dgm:t>
    </dgm:pt>
    <dgm:pt modelId="{5D612220-AB0B-478C-B0D9-A5853B53B114}">
      <dgm:prSet/>
      <dgm:spPr/>
      <dgm:t>
        <a:bodyPr/>
        <a:lstStyle/>
        <a:p>
          <a:r>
            <a:rPr lang="en-PK" b="0" i="0" baseline="0"/>
            <a:t>Heater Control: Low </a:t>
          </a:r>
          <a:endParaRPr lang="en-US"/>
        </a:p>
      </dgm:t>
    </dgm:pt>
    <dgm:pt modelId="{A4FCB445-1E4D-402B-BC24-98B50205C1CE}" type="parTrans" cxnId="{9C82A574-C584-49AF-B6FB-C750948EA27C}">
      <dgm:prSet/>
      <dgm:spPr/>
      <dgm:t>
        <a:bodyPr/>
        <a:lstStyle/>
        <a:p>
          <a:endParaRPr lang="en-US"/>
        </a:p>
      </dgm:t>
    </dgm:pt>
    <dgm:pt modelId="{C6291262-E13F-4AF5-AEED-1CB55C9AD224}" type="sibTrans" cxnId="{9C82A574-C584-49AF-B6FB-C750948EA27C}">
      <dgm:prSet/>
      <dgm:spPr/>
      <dgm:t>
        <a:bodyPr/>
        <a:lstStyle/>
        <a:p>
          <a:endParaRPr lang="en-US"/>
        </a:p>
      </dgm:t>
    </dgm:pt>
    <dgm:pt modelId="{134DB5AA-5B02-4AE1-A830-FF5D519A22CD}">
      <dgm:prSet/>
      <dgm:spPr/>
      <dgm:t>
        <a:bodyPr/>
        <a:lstStyle/>
        <a:p>
          <a:r>
            <a:rPr lang="en-PK" b="0" i="0" baseline="0"/>
            <a:t>Humidifier Control: Low </a:t>
          </a:r>
          <a:endParaRPr lang="en-US"/>
        </a:p>
      </dgm:t>
    </dgm:pt>
    <dgm:pt modelId="{04619F8E-0DDE-4980-B460-E0295A8EC815}" type="parTrans" cxnId="{6A5D739B-DB01-4003-9CDB-0DB727399F9B}">
      <dgm:prSet/>
      <dgm:spPr/>
      <dgm:t>
        <a:bodyPr/>
        <a:lstStyle/>
        <a:p>
          <a:endParaRPr lang="en-US"/>
        </a:p>
      </dgm:t>
    </dgm:pt>
    <dgm:pt modelId="{95E53D2A-626E-4581-BF74-9F33F93C4659}" type="sibTrans" cxnId="{6A5D739B-DB01-4003-9CDB-0DB727399F9B}">
      <dgm:prSet/>
      <dgm:spPr/>
      <dgm:t>
        <a:bodyPr/>
        <a:lstStyle/>
        <a:p>
          <a:endParaRPr lang="en-US"/>
        </a:p>
      </dgm:t>
    </dgm:pt>
    <dgm:pt modelId="{E9235DFF-628F-4E77-9144-B09AD5798665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moderate</a:t>
          </a:r>
          <a:r>
            <a:rPr lang="en-PK" b="0" i="0" baseline="0"/>
            <a:t> and the sunlight intensity is </a:t>
          </a:r>
          <a:r>
            <a:rPr lang="en-PK" b="1" i="0" baseline="0"/>
            <a:t>low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4201C44C-B72A-463B-9C7A-E53D0AB50FF4}" type="parTrans" cxnId="{3463DC72-AEBB-4497-9F29-8CE82E227B45}">
      <dgm:prSet/>
      <dgm:spPr/>
      <dgm:t>
        <a:bodyPr/>
        <a:lstStyle/>
        <a:p>
          <a:endParaRPr lang="en-US"/>
        </a:p>
      </dgm:t>
    </dgm:pt>
    <dgm:pt modelId="{433F3E0F-0202-4A5D-8EFF-D3E5B783EE41}" type="sibTrans" cxnId="{3463DC72-AEBB-4497-9F29-8CE82E227B45}">
      <dgm:prSet/>
      <dgm:spPr/>
      <dgm:t>
        <a:bodyPr/>
        <a:lstStyle/>
        <a:p>
          <a:endParaRPr lang="en-US"/>
        </a:p>
      </dgm:t>
    </dgm:pt>
    <dgm:pt modelId="{74B75112-CD6D-4D60-A03F-E25EDE939546}">
      <dgm:prSet/>
      <dgm:spPr/>
      <dgm:t>
        <a:bodyPr/>
        <a:lstStyle/>
        <a:p>
          <a:r>
            <a:rPr lang="en-PK" b="0" i="0" baseline="0"/>
            <a:t>Heater Control: Medium </a:t>
          </a:r>
          <a:endParaRPr lang="en-US"/>
        </a:p>
      </dgm:t>
    </dgm:pt>
    <dgm:pt modelId="{181E6C8B-F3F8-4E0B-8714-4F683ECEC7C1}" type="parTrans" cxnId="{0D2A5372-15CE-4F5A-8EEA-A93D4D348A40}">
      <dgm:prSet/>
      <dgm:spPr/>
      <dgm:t>
        <a:bodyPr/>
        <a:lstStyle/>
        <a:p>
          <a:endParaRPr lang="en-US"/>
        </a:p>
      </dgm:t>
    </dgm:pt>
    <dgm:pt modelId="{9E322964-DD71-46C2-A378-D1D2E02A7C91}" type="sibTrans" cxnId="{0D2A5372-15CE-4F5A-8EEA-A93D4D348A40}">
      <dgm:prSet/>
      <dgm:spPr/>
      <dgm:t>
        <a:bodyPr/>
        <a:lstStyle/>
        <a:p>
          <a:endParaRPr lang="en-US"/>
        </a:p>
      </dgm:t>
    </dgm:pt>
    <dgm:pt modelId="{0F3E0EF1-8058-4D6E-BD47-E497850B22EA}">
      <dgm:prSet/>
      <dgm:spPr/>
      <dgm:t>
        <a:bodyPr/>
        <a:lstStyle/>
        <a:p>
          <a:r>
            <a:rPr lang="en-PK" b="0" i="0" baseline="0"/>
            <a:t>Humidifier Control: High </a:t>
          </a:r>
          <a:endParaRPr lang="en-US"/>
        </a:p>
      </dgm:t>
    </dgm:pt>
    <dgm:pt modelId="{9AA7157D-A6F1-4560-8FEE-2491ED4F2825}" type="parTrans" cxnId="{ECC272C5-A7BC-4518-936F-9E07C1E1CE47}">
      <dgm:prSet/>
      <dgm:spPr/>
      <dgm:t>
        <a:bodyPr/>
        <a:lstStyle/>
        <a:p>
          <a:endParaRPr lang="en-US"/>
        </a:p>
      </dgm:t>
    </dgm:pt>
    <dgm:pt modelId="{35C81DEF-4B01-4746-B0F9-D9614E90A11B}" type="sibTrans" cxnId="{ECC272C5-A7BC-4518-936F-9E07C1E1CE47}">
      <dgm:prSet/>
      <dgm:spPr/>
      <dgm:t>
        <a:bodyPr/>
        <a:lstStyle/>
        <a:p>
          <a:endParaRPr lang="en-US"/>
        </a:p>
      </dgm:t>
    </dgm:pt>
    <dgm:pt modelId="{833CF700-1DC0-4877-B55F-7935761ACCAF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moderate</a:t>
          </a:r>
          <a:r>
            <a:rPr lang="en-PK" b="0" i="0" baseline="0"/>
            <a:t> and the sunlight intensity is </a:t>
          </a:r>
          <a:r>
            <a:rPr lang="en-PK" b="1" i="0" baseline="0"/>
            <a:t>high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95FE76E5-D3B2-4E76-8920-6AB6AAF831D7}" type="parTrans" cxnId="{2F340814-443F-4F2C-849D-E8D8AED054F3}">
      <dgm:prSet/>
      <dgm:spPr/>
      <dgm:t>
        <a:bodyPr/>
        <a:lstStyle/>
        <a:p>
          <a:endParaRPr lang="en-US"/>
        </a:p>
      </dgm:t>
    </dgm:pt>
    <dgm:pt modelId="{8788163F-026E-46E3-8B59-61B9CBE2785B}" type="sibTrans" cxnId="{2F340814-443F-4F2C-849D-E8D8AED054F3}">
      <dgm:prSet/>
      <dgm:spPr/>
      <dgm:t>
        <a:bodyPr/>
        <a:lstStyle/>
        <a:p>
          <a:endParaRPr lang="en-US"/>
        </a:p>
      </dgm:t>
    </dgm:pt>
    <dgm:pt modelId="{79A321CB-5C0B-414F-A4A3-335A37C3417F}">
      <dgm:prSet/>
      <dgm:spPr/>
      <dgm:t>
        <a:bodyPr/>
        <a:lstStyle/>
        <a:p>
          <a:r>
            <a:rPr lang="en-PK" b="0" i="0" baseline="0"/>
            <a:t>Heater Control: Low </a:t>
          </a:r>
          <a:endParaRPr lang="en-US"/>
        </a:p>
      </dgm:t>
    </dgm:pt>
    <dgm:pt modelId="{E59C474C-596A-44CC-B2EF-A7632AE05E63}" type="parTrans" cxnId="{CB2A962C-F4EB-40DE-BF45-F32E91DCE4CE}">
      <dgm:prSet/>
      <dgm:spPr/>
      <dgm:t>
        <a:bodyPr/>
        <a:lstStyle/>
        <a:p>
          <a:endParaRPr lang="en-US"/>
        </a:p>
      </dgm:t>
    </dgm:pt>
    <dgm:pt modelId="{9A977E05-9FD8-45C3-878E-A6C45BDA2D53}" type="sibTrans" cxnId="{CB2A962C-F4EB-40DE-BF45-F32E91DCE4CE}">
      <dgm:prSet/>
      <dgm:spPr/>
      <dgm:t>
        <a:bodyPr/>
        <a:lstStyle/>
        <a:p>
          <a:endParaRPr lang="en-US"/>
        </a:p>
      </dgm:t>
    </dgm:pt>
    <dgm:pt modelId="{7E75A755-6658-4DC4-9CD8-C3A12D15FB69}">
      <dgm:prSet/>
      <dgm:spPr/>
      <dgm:t>
        <a:bodyPr/>
        <a:lstStyle/>
        <a:p>
          <a:r>
            <a:rPr lang="en-PK" b="0" i="0" baseline="0"/>
            <a:t>Humidifier Control: Medium </a:t>
          </a:r>
          <a:endParaRPr lang="en-US"/>
        </a:p>
      </dgm:t>
    </dgm:pt>
    <dgm:pt modelId="{5E22826F-96D4-4999-A808-64329BC309A2}" type="parTrans" cxnId="{4B8E7DAD-5ACA-4FEE-84E6-1B88ECD08F48}">
      <dgm:prSet/>
      <dgm:spPr/>
      <dgm:t>
        <a:bodyPr/>
        <a:lstStyle/>
        <a:p>
          <a:endParaRPr lang="en-US"/>
        </a:p>
      </dgm:t>
    </dgm:pt>
    <dgm:pt modelId="{62E5E822-8CF4-465F-94FF-9B924FBD9142}" type="sibTrans" cxnId="{4B8E7DAD-5ACA-4FEE-84E6-1B88ECD08F48}">
      <dgm:prSet/>
      <dgm:spPr/>
      <dgm:t>
        <a:bodyPr/>
        <a:lstStyle/>
        <a:p>
          <a:endParaRPr lang="en-US"/>
        </a:p>
      </dgm:t>
    </dgm:pt>
    <dgm:pt modelId="{1765EB58-6BCB-4728-BE25-E3ACCED66F44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cold</a:t>
          </a:r>
          <a:r>
            <a:rPr lang="en-PK" b="0" i="0" baseline="0"/>
            <a:t> and the sunlight intensity is </a:t>
          </a:r>
          <a:r>
            <a:rPr lang="en-PK" b="1" i="0" baseline="0"/>
            <a:t>high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CA6BF4BE-7FF4-44AC-9A71-836BF1222B09}" type="parTrans" cxnId="{4470C83B-3C70-4ADD-970C-9FB93C71DB5B}">
      <dgm:prSet/>
      <dgm:spPr/>
      <dgm:t>
        <a:bodyPr/>
        <a:lstStyle/>
        <a:p>
          <a:endParaRPr lang="en-US"/>
        </a:p>
      </dgm:t>
    </dgm:pt>
    <dgm:pt modelId="{79017695-3A44-4652-92AC-80C48098FFFC}" type="sibTrans" cxnId="{4470C83B-3C70-4ADD-970C-9FB93C71DB5B}">
      <dgm:prSet/>
      <dgm:spPr/>
      <dgm:t>
        <a:bodyPr/>
        <a:lstStyle/>
        <a:p>
          <a:endParaRPr lang="en-US"/>
        </a:p>
      </dgm:t>
    </dgm:pt>
    <dgm:pt modelId="{6B7CC7E4-4C71-482F-8795-268420F19696}">
      <dgm:prSet/>
      <dgm:spPr/>
      <dgm:t>
        <a:bodyPr/>
        <a:lstStyle/>
        <a:p>
          <a:r>
            <a:rPr lang="en-PK" b="0" i="0" baseline="0"/>
            <a:t>Heater Control: Medium </a:t>
          </a:r>
          <a:endParaRPr lang="en-US"/>
        </a:p>
      </dgm:t>
    </dgm:pt>
    <dgm:pt modelId="{0814D301-23E2-4A64-9F6F-7E92E6E9D243}" type="parTrans" cxnId="{3B137924-85AD-440A-99B7-58E65081682F}">
      <dgm:prSet/>
      <dgm:spPr/>
      <dgm:t>
        <a:bodyPr/>
        <a:lstStyle/>
        <a:p>
          <a:endParaRPr lang="en-US"/>
        </a:p>
      </dgm:t>
    </dgm:pt>
    <dgm:pt modelId="{F3250460-98A9-43FE-9B40-500CB8695508}" type="sibTrans" cxnId="{3B137924-85AD-440A-99B7-58E65081682F}">
      <dgm:prSet/>
      <dgm:spPr/>
      <dgm:t>
        <a:bodyPr/>
        <a:lstStyle/>
        <a:p>
          <a:endParaRPr lang="en-US"/>
        </a:p>
      </dgm:t>
    </dgm:pt>
    <dgm:pt modelId="{D3155704-2299-4C60-9729-3D10E5D83E8F}">
      <dgm:prSet/>
      <dgm:spPr/>
      <dgm:t>
        <a:bodyPr/>
        <a:lstStyle/>
        <a:p>
          <a:r>
            <a:rPr lang="en-PK" b="0" i="0" baseline="0"/>
            <a:t>Humidifier Control: Low </a:t>
          </a:r>
          <a:endParaRPr lang="en-US"/>
        </a:p>
      </dgm:t>
    </dgm:pt>
    <dgm:pt modelId="{E0980956-F9CD-4572-A277-46B717449367}" type="parTrans" cxnId="{9F3167C9-50C7-4C18-AF0E-8F9D8BC363E7}">
      <dgm:prSet/>
      <dgm:spPr/>
      <dgm:t>
        <a:bodyPr/>
        <a:lstStyle/>
        <a:p>
          <a:endParaRPr lang="en-US"/>
        </a:p>
      </dgm:t>
    </dgm:pt>
    <dgm:pt modelId="{A1D14F4A-A9AA-46C4-A12C-909A4E7BE914}" type="sibTrans" cxnId="{9F3167C9-50C7-4C18-AF0E-8F9D8BC363E7}">
      <dgm:prSet/>
      <dgm:spPr/>
      <dgm:t>
        <a:bodyPr/>
        <a:lstStyle/>
        <a:p>
          <a:endParaRPr lang="en-US"/>
        </a:p>
      </dgm:t>
    </dgm:pt>
    <dgm:pt modelId="{B10F57B0-E0CC-4153-A5ED-2A61A022252E}" type="pres">
      <dgm:prSet presAssocID="{4AF9F1AF-DB82-49B8-91E0-C75E1AA4216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B11D4A-85FB-4D03-93BB-CE8247E8C28F}" type="pres">
      <dgm:prSet presAssocID="{7D5709FA-E917-4084-AFBC-3261954072B8}" presName="root" presStyleCnt="0"/>
      <dgm:spPr/>
    </dgm:pt>
    <dgm:pt modelId="{6E67C5E4-1A5E-4CB6-8884-ED4137910AF3}" type="pres">
      <dgm:prSet presAssocID="{7D5709FA-E917-4084-AFBC-3261954072B8}" presName="rootComposite" presStyleCnt="0"/>
      <dgm:spPr/>
    </dgm:pt>
    <dgm:pt modelId="{958080DA-589D-4A4C-9043-EA2AB920D73F}" type="pres">
      <dgm:prSet presAssocID="{7D5709FA-E917-4084-AFBC-3261954072B8}" presName="rootText" presStyleLbl="node1" presStyleIdx="0" presStyleCnt="4"/>
      <dgm:spPr/>
    </dgm:pt>
    <dgm:pt modelId="{C52B054D-0441-4647-9062-B3755BEE1330}" type="pres">
      <dgm:prSet presAssocID="{7D5709FA-E917-4084-AFBC-3261954072B8}" presName="rootConnector" presStyleLbl="node1" presStyleIdx="0" presStyleCnt="4"/>
      <dgm:spPr/>
    </dgm:pt>
    <dgm:pt modelId="{748B8A87-B4E4-4A9C-BD52-483E313834AA}" type="pres">
      <dgm:prSet presAssocID="{7D5709FA-E917-4084-AFBC-3261954072B8}" presName="childShape" presStyleCnt="0"/>
      <dgm:spPr/>
    </dgm:pt>
    <dgm:pt modelId="{21D40975-6FAB-40BD-A451-45D22BBABF96}" type="pres">
      <dgm:prSet presAssocID="{A4FCB445-1E4D-402B-BC24-98B50205C1CE}" presName="Name13" presStyleLbl="parChTrans1D2" presStyleIdx="0" presStyleCnt="8"/>
      <dgm:spPr/>
    </dgm:pt>
    <dgm:pt modelId="{6096D30A-DF20-44F3-A05A-35BE4B5C4B59}" type="pres">
      <dgm:prSet presAssocID="{5D612220-AB0B-478C-B0D9-A5853B53B114}" presName="childText" presStyleLbl="bgAcc1" presStyleIdx="0" presStyleCnt="8">
        <dgm:presLayoutVars>
          <dgm:bulletEnabled val="1"/>
        </dgm:presLayoutVars>
      </dgm:prSet>
      <dgm:spPr/>
    </dgm:pt>
    <dgm:pt modelId="{29E6DF36-DFDE-4265-AE52-2C54D52FADAA}" type="pres">
      <dgm:prSet presAssocID="{04619F8E-0DDE-4980-B460-E0295A8EC815}" presName="Name13" presStyleLbl="parChTrans1D2" presStyleIdx="1" presStyleCnt="8"/>
      <dgm:spPr/>
    </dgm:pt>
    <dgm:pt modelId="{D58AD5D9-6B88-4A01-A1EB-972122D69864}" type="pres">
      <dgm:prSet presAssocID="{134DB5AA-5B02-4AE1-A830-FF5D519A22CD}" presName="childText" presStyleLbl="bgAcc1" presStyleIdx="1" presStyleCnt="8">
        <dgm:presLayoutVars>
          <dgm:bulletEnabled val="1"/>
        </dgm:presLayoutVars>
      </dgm:prSet>
      <dgm:spPr/>
    </dgm:pt>
    <dgm:pt modelId="{D74DA918-34C7-4735-A07D-5EC34865AFFC}" type="pres">
      <dgm:prSet presAssocID="{E9235DFF-628F-4E77-9144-B09AD5798665}" presName="root" presStyleCnt="0"/>
      <dgm:spPr/>
    </dgm:pt>
    <dgm:pt modelId="{4EEADB95-D518-4953-9B88-05EC7D4A8E8B}" type="pres">
      <dgm:prSet presAssocID="{E9235DFF-628F-4E77-9144-B09AD5798665}" presName="rootComposite" presStyleCnt="0"/>
      <dgm:spPr/>
    </dgm:pt>
    <dgm:pt modelId="{3F2E8893-7188-4C23-9796-6ED9B542EF65}" type="pres">
      <dgm:prSet presAssocID="{E9235DFF-628F-4E77-9144-B09AD5798665}" presName="rootText" presStyleLbl="node1" presStyleIdx="1" presStyleCnt="4"/>
      <dgm:spPr/>
    </dgm:pt>
    <dgm:pt modelId="{A132CD39-83D8-494A-84CC-D7DBA302153B}" type="pres">
      <dgm:prSet presAssocID="{E9235DFF-628F-4E77-9144-B09AD5798665}" presName="rootConnector" presStyleLbl="node1" presStyleIdx="1" presStyleCnt="4"/>
      <dgm:spPr/>
    </dgm:pt>
    <dgm:pt modelId="{66A041B9-FEC9-446F-98D9-E47648DBFF4F}" type="pres">
      <dgm:prSet presAssocID="{E9235DFF-628F-4E77-9144-B09AD5798665}" presName="childShape" presStyleCnt="0"/>
      <dgm:spPr/>
    </dgm:pt>
    <dgm:pt modelId="{9A28F3B0-ABD2-448B-87D5-B00F3942C4F6}" type="pres">
      <dgm:prSet presAssocID="{181E6C8B-F3F8-4E0B-8714-4F683ECEC7C1}" presName="Name13" presStyleLbl="parChTrans1D2" presStyleIdx="2" presStyleCnt="8"/>
      <dgm:spPr/>
    </dgm:pt>
    <dgm:pt modelId="{EEEB00A0-7EF7-42C0-A6D9-6F48D55AAEB5}" type="pres">
      <dgm:prSet presAssocID="{74B75112-CD6D-4D60-A03F-E25EDE939546}" presName="childText" presStyleLbl="bgAcc1" presStyleIdx="2" presStyleCnt="8">
        <dgm:presLayoutVars>
          <dgm:bulletEnabled val="1"/>
        </dgm:presLayoutVars>
      </dgm:prSet>
      <dgm:spPr/>
    </dgm:pt>
    <dgm:pt modelId="{69AD1CB1-F5D8-4F00-A727-534CFE1A5041}" type="pres">
      <dgm:prSet presAssocID="{9AA7157D-A6F1-4560-8FEE-2491ED4F2825}" presName="Name13" presStyleLbl="parChTrans1D2" presStyleIdx="3" presStyleCnt="8"/>
      <dgm:spPr/>
    </dgm:pt>
    <dgm:pt modelId="{CE2FC3A1-402A-4E0F-9F1A-0A41485E1559}" type="pres">
      <dgm:prSet presAssocID="{0F3E0EF1-8058-4D6E-BD47-E497850B22EA}" presName="childText" presStyleLbl="bgAcc1" presStyleIdx="3" presStyleCnt="8">
        <dgm:presLayoutVars>
          <dgm:bulletEnabled val="1"/>
        </dgm:presLayoutVars>
      </dgm:prSet>
      <dgm:spPr/>
    </dgm:pt>
    <dgm:pt modelId="{6D61D9B4-C853-4014-A663-492E63E92272}" type="pres">
      <dgm:prSet presAssocID="{833CF700-1DC0-4877-B55F-7935761ACCAF}" presName="root" presStyleCnt="0"/>
      <dgm:spPr/>
    </dgm:pt>
    <dgm:pt modelId="{A970B8F5-AE32-4503-8BA8-8754B573C89A}" type="pres">
      <dgm:prSet presAssocID="{833CF700-1DC0-4877-B55F-7935761ACCAF}" presName="rootComposite" presStyleCnt="0"/>
      <dgm:spPr/>
    </dgm:pt>
    <dgm:pt modelId="{B1281036-9A44-4282-9341-B52DF55EA639}" type="pres">
      <dgm:prSet presAssocID="{833CF700-1DC0-4877-B55F-7935761ACCAF}" presName="rootText" presStyleLbl="node1" presStyleIdx="2" presStyleCnt="4"/>
      <dgm:spPr/>
    </dgm:pt>
    <dgm:pt modelId="{2774F310-018D-4646-AB07-F0F0AEB80565}" type="pres">
      <dgm:prSet presAssocID="{833CF700-1DC0-4877-B55F-7935761ACCAF}" presName="rootConnector" presStyleLbl="node1" presStyleIdx="2" presStyleCnt="4"/>
      <dgm:spPr/>
    </dgm:pt>
    <dgm:pt modelId="{2BC64533-0BFA-4E70-93D3-105C35A79E4B}" type="pres">
      <dgm:prSet presAssocID="{833CF700-1DC0-4877-B55F-7935761ACCAF}" presName="childShape" presStyleCnt="0"/>
      <dgm:spPr/>
    </dgm:pt>
    <dgm:pt modelId="{27BFAC4C-F2C6-4FF1-BE77-661A0F49E7A1}" type="pres">
      <dgm:prSet presAssocID="{E59C474C-596A-44CC-B2EF-A7632AE05E63}" presName="Name13" presStyleLbl="parChTrans1D2" presStyleIdx="4" presStyleCnt="8"/>
      <dgm:spPr/>
    </dgm:pt>
    <dgm:pt modelId="{3D2F2937-7A7C-4FC0-A7B9-1F2750D71877}" type="pres">
      <dgm:prSet presAssocID="{79A321CB-5C0B-414F-A4A3-335A37C3417F}" presName="childText" presStyleLbl="bgAcc1" presStyleIdx="4" presStyleCnt="8">
        <dgm:presLayoutVars>
          <dgm:bulletEnabled val="1"/>
        </dgm:presLayoutVars>
      </dgm:prSet>
      <dgm:spPr/>
    </dgm:pt>
    <dgm:pt modelId="{6D3A0BCE-4A40-4FEF-8613-FD0D9B5444B3}" type="pres">
      <dgm:prSet presAssocID="{5E22826F-96D4-4999-A808-64329BC309A2}" presName="Name13" presStyleLbl="parChTrans1D2" presStyleIdx="5" presStyleCnt="8"/>
      <dgm:spPr/>
    </dgm:pt>
    <dgm:pt modelId="{0752E281-CD9E-4328-93A0-FF3875842124}" type="pres">
      <dgm:prSet presAssocID="{7E75A755-6658-4DC4-9CD8-C3A12D15FB69}" presName="childText" presStyleLbl="bgAcc1" presStyleIdx="5" presStyleCnt="8">
        <dgm:presLayoutVars>
          <dgm:bulletEnabled val="1"/>
        </dgm:presLayoutVars>
      </dgm:prSet>
      <dgm:spPr/>
    </dgm:pt>
    <dgm:pt modelId="{124E1ECC-D8E9-450C-803F-AC30BE4C720D}" type="pres">
      <dgm:prSet presAssocID="{1765EB58-6BCB-4728-BE25-E3ACCED66F44}" presName="root" presStyleCnt="0"/>
      <dgm:spPr/>
    </dgm:pt>
    <dgm:pt modelId="{7256E542-C590-44AD-B67E-8A57F88B21D5}" type="pres">
      <dgm:prSet presAssocID="{1765EB58-6BCB-4728-BE25-E3ACCED66F44}" presName="rootComposite" presStyleCnt="0"/>
      <dgm:spPr/>
    </dgm:pt>
    <dgm:pt modelId="{1D7C493A-981C-4218-AB0E-32E27727128C}" type="pres">
      <dgm:prSet presAssocID="{1765EB58-6BCB-4728-BE25-E3ACCED66F44}" presName="rootText" presStyleLbl="node1" presStyleIdx="3" presStyleCnt="4"/>
      <dgm:spPr/>
    </dgm:pt>
    <dgm:pt modelId="{588C0A48-4C1B-49FD-B410-1B40EA025FD2}" type="pres">
      <dgm:prSet presAssocID="{1765EB58-6BCB-4728-BE25-E3ACCED66F44}" presName="rootConnector" presStyleLbl="node1" presStyleIdx="3" presStyleCnt="4"/>
      <dgm:spPr/>
    </dgm:pt>
    <dgm:pt modelId="{C47492CC-07C2-4A43-B0C6-B578A4BA6F20}" type="pres">
      <dgm:prSet presAssocID="{1765EB58-6BCB-4728-BE25-E3ACCED66F44}" presName="childShape" presStyleCnt="0"/>
      <dgm:spPr/>
    </dgm:pt>
    <dgm:pt modelId="{F40DEBA0-2557-4276-A23B-DF7E363D7CFD}" type="pres">
      <dgm:prSet presAssocID="{0814D301-23E2-4A64-9F6F-7E92E6E9D243}" presName="Name13" presStyleLbl="parChTrans1D2" presStyleIdx="6" presStyleCnt="8"/>
      <dgm:spPr/>
    </dgm:pt>
    <dgm:pt modelId="{667659E9-CDBD-4218-AB3C-1A2B8F0EFD8A}" type="pres">
      <dgm:prSet presAssocID="{6B7CC7E4-4C71-482F-8795-268420F19696}" presName="childText" presStyleLbl="bgAcc1" presStyleIdx="6" presStyleCnt="8">
        <dgm:presLayoutVars>
          <dgm:bulletEnabled val="1"/>
        </dgm:presLayoutVars>
      </dgm:prSet>
      <dgm:spPr/>
    </dgm:pt>
    <dgm:pt modelId="{14C9ABB8-F578-46B5-B7A0-CAF189B30EA0}" type="pres">
      <dgm:prSet presAssocID="{E0980956-F9CD-4572-A277-46B717449367}" presName="Name13" presStyleLbl="parChTrans1D2" presStyleIdx="7" presStyleCnt="8"/>
      <dgm:spPr/>
    </dgm:pt>
    <dgm:pt modelId="{8EED1BF3-311B-4D93-BB55-DCD5AFAC9283}" type="pres">
      <dgm:prSet presAssocID="{D3155704-2299-4C60-9729-3D10E5D83E8F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38B4F503-4F6B-4AFD-B823-3D4D7AF14F60}" type="presOf" srcId="{74B75112-CD6D-4D60-A03F-E25EDE939546}" destId="{EEEB00A0-7EF7-42C0-A6D9-6F48D55AAEB5}" srcOrd="0" destOrd="0" presId="urn:microsoft.com/office/officeart/2005/8/layout/hierarchy3"/>
    <dgm:cxn modelId="{0E706F11-F69F-4968-85DF-DB18B69E49F3}" type="presOf" srcId="{134DB5AA-5B02-4AE1-A830-FF5D519A22CD}" destId="{D58AD5D9-6B88-4A01-A1EB-972122D69864}" srcOrd="0" destOrd="0" presId="urn:microsoft.com/office/officeart/2005/8/layout/hierarchy3"/>
    <dgm:cxn modelId="{E6969F11-4FCB-40D5-89DC-93EA1D120943}" type="presOf" srcId="{A4FCB445-1E4D-402B-BC24-98B50205C1CE}" destId="{21D40975-6FAB-40BD-A451-45D22BBABF96}" srcOrd="0" destOrd="0" presId="urn:microsoft.com/office/officeart/2005/8/layout/hierarchy3"/>
    <dgm:cxn modelId="{2F340814-443F-4F2C-849D-E8D8AED054F3}" srcId="{4AF9F1AF-DB82-49B8-91E0-C75E1AA4216A}" destId="{833CF700-1DC0-4877-B55F-7935761ACCAF}" srcOrd="2" destOrd="0" parTransId="{95FE76E5-D3B2-4E76-8920-6AB6AAF831D7}" sibTransId="{8788163F-026E-46E3-8B59-61B9CBE2785B}"/>
    <dgm:cxn modelId="{3B137924-85AD-440A-99B7-58E65081682F}" srcId="{1765EB58-6BCB-4728-BE25-E3ACCED66F44}" destId="{6B7CC7E4-4C71-482F-8795-268420F19696}" srcOrd="0" destOrd="0" parTransId="{0814D301-23E2-4A64-9F6F-7E92E6E9D243}" sibTransId="{F3250460-98A9-43FE-9B40-500CB8695508}"/>
    <dgm:cxn modelId="{688D0E26-4700-405F-A2F5-D162559C496C}" type="presOf" srcId="{E9235DFF-628F-4E77-9144-B09AD5798665}" destId="{A132CD39-83D8-494A-84CC-D7DBA302153B}" srcOrd="1" destOrd="0" presId="urn:microsoft.com/office/officeart/2005/8/layout/hierarchy3"/>
    <dgm:cxn modelId="{3E88C226-A04D-43E9-A62D-3E6AE0DC31E9}" type="presOf" srcId="{E0980956-F9CD-4572-A277-46B717449367}" destId="{14C9ABB8-F578-46B5-B7A0-CAF189B30EA0}" srcOrd="0" destOrd="0" presId="urn:microsoft.com/office/officeart/2005/8/layout/hierarchy3"/>
    <dgm:cxn modelId="{06E13A29-1A7F-4817-8250-EFC66015A0C1}" type="presOf" srcId="{E59C474C-596A-44CC-B2EF-A7632AE05E63}" destId="{27BFAC4C-F2C6-4FF1-BE77-661A0F49E7A1}" srcOrd="0" destOrd="0" presId="urn:microsoft.com/office/officeart/2005/8/layout/hierarchy3"/>
    <dgm:cxn modelId="{CB2A962C-F4EB-40DE-BF45-F32E91DCE4CE}" srcId="{833CF700-1DC0-4877-B55F-7935761ACCAF}" destId="{79A321CB-5C0B-414F-A4A3-335A37C3417F}" srcOrd="0" destOrd="0" parTransId="{E59C474C-596A-44CC-B2EF-A7632AE05E63}" sibTransId="{9A977E05-9FD8-45C3-878E-A6C45BDA2D53}"/>
    <dgm:cxn modelId="{45DAD534-6B50-486D-96B3-38F48FD84BB7}" type="presOf" srcId="{7E75A755-6658-4DC4-9CD8-C3A12D15FB69}" destId="{0752E281-CD9E-4328-93A0-FF3875842124}" srcOrd="0" destOrd="0" presId="urn:microsoft.com/office/officeart/2005/8/layout/hierarchy3"/>
    <dgm:cxn modelId="{9EEFC936-E157-4F76-AED8-2DFCF32F3AFF}" type="presOf" srcId="{7D5709FA-E917-4084-AFBC-3261954072B8}" destId="{958080DA-589D-4A4C-9043-EA2AB920D73F}" srcOrd="0" destOrd="0" presId="urn:microsoft.com/office/officeart/2005/8/layout/hierarchy3"/>
    <dgm:cxn modelId="{4470C83B-3C70-4ADD-970C-9FB93C71DB5B}" srcId="{4AF9F1AF-DB82-49B8-91E0-C75E1AA4216A}" destId="{1765EB58-6BCB-4728-BE25-E3ACCED66F44}" srcOrd="3" destOrd="0" parTransId="{CA6BF4BE-7FF4-44AC-9A71-836BF1222B09}" sibTransId="{79017695-3A44-4652-92AC-80C48098FFFC}"/>
    <dgm:cxn modelId="{AF2CA867-C38F-4AC6-9D7A-DCAA367F65E3}" type="presOf" srcId="{0F3E0EF1-8058-4D6E-BD47-E497850B22EA}" destId="{CE2FC3A1-402A-4E0F-9F1A-0A41485E1559}" srcOrd="0" destOrd="0" presId="urn:microsoft.com/office/officeart/2005/8/layout/hierarchy3"/>
    <dgm:cxn modelId="{59913869-3894-4DB9-961E-706463AE6692}" type="presOf" srcId="{9AA7157D-A6F1-4560-8FEE-2491ED4F2825}" destId="{69AD1CB1-F5D8-4F00-A727-534CFE1A5041}" srcOrd="0" destOrd="0" presId="urn:microsoft.com/office/officeart/2005/8/layout/hierarchy3"/>
    <dgm:cxn modelId="{23F7AF4C-BEEA-4D67-8C21-C3CC4D9CC976}" type="presOf" srcId="{1765EB58-6BCB-4728-BE25-E3ACCED66F44}" destId="{1D7C493A-981C-4218-AB0E-32E27727128C}" srcOrd="0" destOrd="0" presId="urn:microsoft.com/office/officeart/2005/8/layout/hierarchy3"/>
    <dgm:cxn modelId="{624C696D-FCC2-4311-ADD4-4274D2C8F3E1}" type="presOf" srcId="{1765EB58-6BCB-4728-BE25-E3ACCED66F44}" destId="{588C0A48-4C1B-49FD-B410-1B40EA025FD2}" srcOrd="1" destOrd="0" presId="urn:microsoft.com/office/officeart/2005/8/layout/hierarchy3"/>
    <dgm:cxn modelId="{0D2A5372-15CE-4F5A-8EEA-A93D4D348A40}" srcId="{E9235DFF-628F-4E77-9144-B09AD5798665}" destId="{74B75112-CD6D-4D60-A03F-E25EDE939546}" srcOrd="0" destOrd="0" parTransId="{181E6C8B-F3F8-4E0B-8714-4F683ECEC7C1}" sibTransId="{9E322964-DD71-46C2-A378-D1D2E02A7C91}"/>
    <dgm:cxn modelId="{155F7972-9D0E-4C8A-BC63-C2CD956A2781}" type="presOf" srcId="{0814D301-23E2-4A64-9F6F-7E92E6E9D243}" destId="{F40DEBA0-2557-4276-A23B-DF7E363D7CFD}" srcOrd="0" destOrd="0" presId="urn:microsoft.com/office/officeart/2005/8/layout/hierarchy3"/>
    <dgm:cxn modelId="{3463DC72-AEBB-4497-9F29-8CE82E227B45}" srcId="{4AF9F1AF-DB82-49B8-91E0-C75E1AA4216A}" destId="{E9235DFF-628F-4E77-9144-B09AD5798665}" srcOrd="1" destOrd="0" parTransId="{4201C44C-B72A-463B-9C7A-E53D0AB50FF4}" sibTransId="{433F3E0F-0202-4A5D-8EFF-D3E5B783EE41}"/>
    <dgm:cxn modelId="{9C82A574-C584-49AF-B6FB-C750948EA27C}" srcId="{7D5709FA-E917-4084-AFBC-3261954072B8}" destId="{5D612220-AB0B-478C-B0D9-A5853B53B114}" srcOrd="0" destOrd="0" parTransId="{A4FCB445-1E4D-402B-BC24-98B50205C1CE}" sibTransId="{C6291262-E13F-4AF5-AEED-1CB55C9AD224}"/>
    <dgm:cxn modelId="{AF84E17D-6294-4511-8C0E-A37D8E332504}" type="presOf" srcId="{E9235DFF-628F-4E77-9144-B09AD5798665}" destId="{3F2E8893-7188-4C23-9796-6ED9B542EF65}" srcOrd="0" destOrd="0" presId="urn:microsoft.com/office/officeart/2005/8/layout/hierarchy3"/>
    <dgm:cxn modelId="{6311EC82-360F-4090-87AA-B2D574057824}" type="presOf" srcId="{7D5709FA-E917-4084-AFBC-3261954072B8}" destId="{C52B054D-0441-4647-9062-B3755BEE1330}" srcOrd="1" destOrd="0" presId="urn:microsoft.com/office/officeart/2005/8/layout/hierarchy3"/>
    <dgm:cxn modelId="{6A5D739B-DB01-4003-9CDB-0DB727399F9B}" srcId="{7D5709FA-E917-4084-AFBC-3261954072B8}" destId="{134DB5AA-5B02-4AE1-A830-FF5D519A22CD}" srcOrd="1" destOrd="0" parTransId="{04619F8E-0DDE-4980-B460-E0295A8EC815}" sibTransId="{95E53D2A-626E-4581-BF74-9F33F93C4659}"/>
    <dgm:cxn modelId="{F7334FAB-01F9-4468-A415-F242B0BD3D1D}" type="presOf" srcId="{5D612220-AB0B-478C-B0D9-A5853B53B114}" destId="{6096D30A-DF20-44F3-A05A-35BE4B5C4B59}" srcOrd="0" destOrd="0" presId="urn:microsoft.com/office/officeart/2005/8/layout/hierarchy3"/>
    <dgm:cxn modelId="{4B8E7DAD-5ACA-4FEE-84E6-1B88ECD08F48}" srcId="{833CF700-1DC0-4877-B55F-7935761ACCAF}" destId="{7E75A755-6658-4DC4-9CD8-C3A12D15FB69}" srcOrd="1" destOrd="0" parTransId="{5E22826F-96D4-4999-A808-64329BC309A2}" sibTransId="{62E5E822-8CF4-465F-94FF-9B924FBD9142}"/>
    <dgm:cxn modelId="{A9B7DDB6-011B-421C-BBDD-F89252E4E189}" type="presOf" srcId="{4AF9F1AF-DB82-49B8-91E0-C75E1AA4216A}" destId="{B10F57B0-E0CC-4153-A5ED-2A61A022252E}" srcOrd="0" destOrd="0" presId="urn:microsoft.com/office/officeart/2005/8/layout/hierarchy3"/>
    <dgm:cxn modelId="{24070DB9-B373-4DC6-890B-A2714A9C4E0B}" type="presOf" srcId="{181E6C8B-F3F8-4E0B-8714-4F683ECEC7C1}" destId="{9A28F3B0-ABD2-448B-87D5-B00F3942C4F6}" srcOrd="0" destOrd="0" presId="urn:microsoft.com/office/officeart/2005/8/layout/hierarchy3"/>
    <dgm:cxn modelId="{ECC272C5-A7BC-4518-936F-9E07C1E1CE47}" srcId="{E9235DFF-628F-4E77-9144-B09AD5798665}" destId="{0F3E0EF1-8058-4D6E-BD47-E497850B22EA}" srcOrd="1" destOrd="0" parTransId="{9AA7157D-A6F1-4560-8FEE-2491ED4F2825}" sibTransId="{35C81DEF-4B01-4746-B0F9-D9614E90A11B}"/>
    <dgm:cxn modelId="{9F3167C9-50C7-4C18-AF0E-8F9D8BC363E7}" srcId="{1765EB58-6BCB-4728-BE25-E3ACCED66F44}" destId="{D3155704-2299-4C60-9729-3D10E5D83E8F}" srcOrd="1" destOrd="0" parTransId="{E0980956-F9CD-4572-A277-46B717449367}" sibTransId="{A1D14F4A-A9AA-46C4-A12C-909A4E7BE914}"/>
    <dgm:cxn modelId="{DFC484D5-AB27-4796-ABB2-3FC89F4564E8}" type="presOf" srcId="{6B7CC7E4-4C71-482F-8795-268420F19696}" destId="{667659E9-CDBD-4218-AB3C-1A2B8F0EFD8A}" srcOrd="0" destOrd="0" presId="urn:microsoft.com/office/officeart/2005/8/layout/hierarchy3"/>
    <dgm:cxn modelId="{E8ECC5D6-91B5-462E-9791-CE9B53BF46CB}" type="presOf" srcId="{5E22826F-96D4-4999-A808-64329BC309A2}" destId="{6D3A0BCE-4A40-4FEF-8613-FD0D9B5444B3}" srcOrd="0" destOrd="0" presId="urn:microsoft.com/office/officeart/2005/8/layout/hierarchy3"/>
    <dgm:cxn modelId="{B76FF9ED-C55B-4E5F-B440-0341591478CE}" type="presOf" srcId="{833CF700-1DC0-4877-B55F-7935761ACCAF}" destId="{B1281036-9A44-4282-9341-B52DF55EA639}" srcOrd="0" destOrd="0" presId="urn:microsoft.com/office/officeart/2005/8/layout/hierarchy3"/>
    <dgm:cxn modelId="{55F4B9EE-A6E2-4DC7-B7DB-625D37E54DB8}" type="presOf" srcId="{D3155704-2299-4C60-9729-3D10E5D83E8F}" destId="{8EED1BF3-311B-4D93-BB55-DCD5AFAC9283}" srcOrd="0" destOrd="0" presId="urn:microsoft.com/office/officeart/2005/8/layout/hierarchy3"/>
    <dgm:cxn modelId="{D96959F0-F9B9-4829-B5A9-72D6F6B18DB5}" type="presOf" srcId="{833CF700-1DC0-4877-B55F-7935761ACCAF}" destId="{2774F310-018D-4646-AB07-F0F0AEB80565}" srcOrd="1" destOrd="0" presId="urn:microsoft.com/office/officeart/2005/8/layout/hierarchy3"/>
    <dgm:cxn modelId="{B21DE6F6-80D7-40BF-A12D-FB3A64144B42}" type="presOf" srcId="{79A321CB-5C0B-414F-A4A3-335A37C3417F}" destId="{3D2F2937-7A7C-4FC0-A7B9-1F2750D71877}" srcOrd="0" destOrd="0" presId="urn:microsoft.com/office/officeart/2005/8/layout/hierarchy3"/>
    <dgm:cxn modelId="{5EAD6CF7-CB0F-41C3-B53F-56971675B9B1}" type="presOf" srcId="{04619F8E-0DDE-4980-B460-E0295A8EC815}" destId="{29E6DF36-DFDE-4265-AE52-2C54D52FADAA}" srcOrd="0" destOrd="0" presId="urn:microsoft.com/office/officeart/2005/8/layout/hierarchy3"/>
    <dgm:cxn modelId="{C8EA84FC-7441-4AA5-9C02-FB1DB153EB1A}" srcId="{4AF9F1AF-DB82-49B8-91E0-C75E1AA4216A}" destId="{7D5709FA-E917-4084-AFBC-3261954072B8}" srcOrd="0" destOrd="0" parTransId="{3C940700-35F5-4E1A-9083-3433DC978DA0}" sibTransId="{167E58BA-C2D4-429E-9FC4-5AF7494B8153}"/>
    <dgm:cxn modelId="{7CF81E01-2401-48A6-8527-FEF76DE5E423}" type="presParOf" srcId="{B10F57B0-E0CC-4153-A5ED-2A61A022252E}" destId="{9FB11D4A-85FB-4D03-93BB-CE8247E8C28F}" srcOrd="0" destOrd="0" presId="urn:microsoft.com/office/officeart/2005/8/layout/hierarchy3"/>
    <dgm:cxn modelId="{2F420B18-BF43-4862-96BE-3BF8341ED474}" type="presParOf" srcId="{9FB11D4A-85FB-4D03-93BB-CE8247E8C28F}" destId="{6E67C5E4-1A5E-4CB6-8884-ED4137910AF3}" srcOrd="0" destOrd="0" presId="urn:microsoft.com/office/officeart/2005/8/layout/hierarchy3"/>
    <dgm:cxn modelId="{B1075AFC-90AC-46BC-BC16-9424DD330CF5}" type="presParOf" srcId="{6E67C5E4-1A5E-4CB6-8884-ED4137910AF3}" destId="{958080DA-589D-4A4C-9043-EA2AB920D73F}" srcOrd="0" destOrd="0" presId="urn:microsoft.com/office/officeart/2005/8/layout/hierarchy3"/>
    <dgm:cxn modelId="{A8E0F38E-F957-4D27-8D08-EDE0452C020F}" type="presParOf" srcId="{6E67C5E4-1A5E-4CB6-8884-ED4137910AF3}" destId="{C52B054D-0441-4647-9062-B3755BEE1330}" srcOrd="1" destOrd="0" presId="urn:microsoft.com/office/officeart/2005/8/layout/hierarchy3"/>
    <dgm:cxn modelId="{961CFF16-CC46-4478-BBC4-2BAFD2BA0EEA}" type="presParOf" srcId="{9FB11D4A-85FB-4D03-93BB-CE8247E8C28F}" destId="{748B8A87-B4E4-4A9C-BD52-483E313834AA}" srcOrd="1" destOrd="0" presId="urn:microsoft.com/office/officeart/2005/8/layout/hierarchy3"/>
    <dgm:cxn modelId="{0FD007BD-7FE1-49EF-B4D4-6C1C2EA274A0}" type="presParOf" srcId="{748B8A87-B4E4-4A9C-BD52-483E313834AA}" destId="{21D40975-6FAB-40BD-A451-45D22BBABF96}" srcOrd="0" destOrd="0" presId="urn:microsoft.com/office/officeart/2005/8/layout/hierarchy3"/>
    <dgm:cxn modelId="{8555E9D6-5973-4C26-BE9D-B6D59FC14171}" type="presParOf" srcId="{748B8A87-B4E4-4A9C-BD52-483E313834AA}" destId="{6096D30A-DF20-44F3-A05A-35BE4B5C4B59}" srcOrd="1" destOrd="0" presId="urn:microsoft.com/office/officeart/2005/8/layout/hierarchy3"/>
    <dgm:cxn modelId="{3437A918-7097-416B-B94F-CEBF873D466B}" type="presParOf" srcId="{748B8A87-B4E4-4A9C-BD52-483E313834AA}" destId="{29E6DF36-DFDE-4265-AE52-2C54D52FADAA}" srcOrd="2" destOrd="0" presId="urn:microsoft.com/office/officeart/2005/8/layout/hierarchy3"/>
    <dgm:cxn modelId="{096DDB54-DE64-460F-B93A-A04F8E368D68}" type="presParOf" srcId="{748B8A87-B4E4-4A9C-BD52-483E313834AA}" destId="{D58AD5D9-6B88-4A01-A1EB-972122D69864}" srcOrd="3" destOrd="0" presId="urn:microsoft.com/office/officeart/2005/8/layout/hierarchy3"/>
    <dgm:cxn modelId="{5F504372-6AE3-499A-AEFC-0C2EC4852915}" type="presParOf" srcId="{B10F57B0-E0CC-4153-A5ED-2A61A022252E}" destId="{D74DA918-34C7-4735-A07D-5EC34865AFFC}" srcOrd="1" destOrd="0" presId="urn:microsoft.com/office/officeart/2005/8/layout/hierarchy3"/>
    <dgm:cxn modelId="{47B11CF0-0E6C-4043-A2F8-E605BB213040}" type="presParOf" srcId="{D74DA918-34C7-4735-A07D-5EC34865AFFC}" destId="{4EEADB95-D518-4953-9B88-05EC7D4A8E8B}" srcOrd="0" destOrd="0" presId="urn:microsoft.com/office/officeart/2005/8/layout/hierarchy3"/>
    <dgm:cxn modelId="{574E8420-8D86-4817-BA89-C33646DB5B20}" type="presParOf" srcId="{4EEADB95-D518-4953-9B88-05EC7D4A8E8B}" destId="{3F2E8893-7188-4C23-9796-6ED9B542EF65}" srcOrd="0" destOrd="0" presId="urn:microsoft.com/office/officeart/2005/8/layout/hierarchy3"/>
    <dgm:cxn modelId="{0A820649-65E0-4268-B30A-07731DF198AF}" type="presParOf" srcId="{4EEADB95-D518-4953-9B88-05EC7D4A8E8B}" destId="{A132CD39-83D8-494A-84CC-D7DBA302153B}" srcOrd="1" destOrd="0" presId="urn:microsoft.com/office/officeart/2005/8/layout/hierarchy3"/>
    <dgm:cxn modelId="{2318B560-6604-4F83-A088-173BABEB85F1}" type="presParOf" srcId="{D74DA918-34C7-4735-A07D-5EC34865AFFC}" destId="{66A041B9-FEC9-446F-98D9-E47648DBFF4F}" srcOrd="1" destOrd="0" presId="urn:microsoft.com/office/officeart/2005/8/layout/hierarchy3"/>
    <dgm:cxn modelId="{1FD92460-A6AC-4608-86EB-6299CB529771}" type="presParOf" srcId="{66A041B9-FEC9-446F-98D9-E47648DBFF4F}" destId="{9A28F3B0-ABD2-448B-87D5-B00F3942C4F6}" srcOrd="0" destOrd="0" presId="urn:microsoft.com/office/officeart/2005/8/layout/hierarchy3"/>
    <dgm:cxn modelId="{4AF21C10-45E6-456F-9D0D-965D19DC8A71}" type="presParOf" srcId="{66A041B9-FEC9-446F-98D9-E47648DBFF4F}" destId="{EEEB00A0-7EF7-42C0-A6D9-6F48D55AAEB5}" srcOrd="1" destOrd="0" presId="urn:microsoft.com/office/officeart/2005/8/layout/hierarchy3"/>
    <dgm:cxn modelId="{59C43CAA-D703-4E8C-8E3F-1000F37B97A3}" type="presParOf" srcId="{66A041B9-FEC9-446F-98D9-E47648DBFF4F}" destId="{69AD1CB1-F5D8-4F00-A727-534CFE1A5041}" srcOrd="2" destOrd="0" presId="urn:microsoft.com/office/officeart/2005/8/layout/hierarchy3"/>
    <dgm:cxn modelId="{E8AABF75-1E5A-46E8-813F-25A2B98E817B}" type="presParOf" srcId="{66A041B9-FEC9-446F-98D9-E47648DBFF4F}" destId="{CE2FC3A1-402A-4E0F-9F1A-0A41485E1559}" srcOrd="3" destOrd="0" presId="urn:microsoft.com/office/officeart/2005/8/layout/hierarchy3"/>
    <dgm:cxn modelId="{ADF09300-19AA-4E49-BCAE-60B8A4FBD898}" type="presParOf" srcId="{B10F57B0-E0CC-4153-A5ED-2A61A022252E}" destId="{6D61D9B4-C853-4014-A663-492E63E92272}" srcOrd="2" destOrd="0" presId="urn:microsoft.com/office/officeart/2005/8/layout/hierarchy3"/>
    <dgm:cxn modelId="{CEEC459F-5020-4893-A47C-D4CE3DB41B9A}" type="presParOf" srcId="{6D61D9B4-C853-4014-A663-492E63E92272}" destId="{A970B8F5-AE32-4503-8BA8-8754B573C89A}" srcOrd="0" destOrd="0" presId="urn:microsoft.com/office/officeart/2005/8/layout/hierarchy3"/>
    <dgm:cxn modelId="{34260B20-8B97-47B2-AF60-AFC06EC973B2}" type="presParOf" srcId="{A970B8F5-AE32-4503-8BA8-8754B573C89A}" destId="{B1281036-9A44-4282-9341-B52DF55EA639}" srcOrd="0" destOrd="0" presId="urn:microsoft.com/office/officeart/2005/8/layout/hierarchy3"/>
    <dgm:cxn modelId="{C12846E1-D002-4368-9CA8-D818A5EB7649}" type="presParOf" srcId="{A970B8F5-AE32-4503-8BA8-8754B573C89A}" destId="{2774F310-018D-4646-AB07-F0F0AEB80565}" srcOrd="1" destOrd="0" presId="urn:microsoft.com/office/officeart/2005/8/layout/hierarchy3"/>
    <dgm:cxn modelId="{EB3061A2-4110-4C4E-A07A-2CFAD32BEB6C}" type="presParOf" srcId="{6D61D9B4-C853-4014-A663-492E63E92272}" destId="{2BC64533-0BFA-4E70-93D3-105C35A79E4B}" srcOrd="1" destOrd="0" presId="urn:microsoft.com/office/officeart/2005/8/layout/hierarchy3"/>
    <dgm:cxn modelId="{1FFEE27D-4DE0-4D06-B3B7-91ED3F22F0D4}" type="presParOf" srcId="{2BC64533-0BFA-4E70-93D3-105C35A79E4B}" destId="{27BFAC4C-F2C6-4FF1-BE77-661A0F49E7A1}" srcOrd="0" destOrd="0" presId="urn:microsoft.com/office/officeart/2005/8/layout/hierarchy3"/>
    <dgm:cxn modelId="{6F093419-DE7D-4D59-8A71-D1177B0783C8}" type="presParOf" srcId="{2BC64533-0BFA-4E70-93D3-105C35A79E4B}" destId="{3D2F2937-7A7C-4FC0-A7B9-1F2750D71877}" srcOrd="1" destOrd="0" presId="urn:microsoft.com/office/officeart/2005/8/layout/hierarchy3"/>
    <dgm:cxn modelId="{18265AD8-C310-4B24-85F0-71EB31ED9F18}" type="presParOf" srcId="{2BC64533-0BFA-4E70-93D3-105C35A79E4B}" destId="{6D3A0BCE-4A40-4FEF-8613-FD0D9B5444B3}" srcOrd="2" destOrd="0" presId="urn:microsoft.com/office/officeart/2005/8/layout/hierarchy3"/>
    <dgm:cxn modelId="{3CAD6EE9-779C-4EC3-A86D-9C08C67E4BA3}" type="presParOf" srcId="{2BC64533-0BFA-4E70-93D3-105C35A79E4B}" destId="{0752E281-CD9E-4328-93A0-FF3875842124}" srcOrd="3" destOrd="0" presId="urn:microsoft.com/office/officeart/2005/8/layout/hierarchy3"/>
    <dgm:cxn modelId="{BFCA3759-E372-47ED-88BF-05315FA47B76}" type="presParOf" srcId="{B10F57B0-E0CC-4153-A5ED-2A61A022252E}" destId="{124E1ECC-D8E9-450C-803F-AC30BE4C720D}" srcOrd="3" destOrd="0" presId="urn:microsoft.com/office/officeart/2005/8/layout/hierarchy3"/>
    <dgm:cxn modelId="{985860D8-9505-4723-930C-26FE1B35C73D}" type="presParOf" srcId="{124E1ECC-D8E9-450C-803F-AC30BE4C720D}" destId="{7256E542-C590-44AD-B67E-8A57F88B21D5}" srcOrd="0" destOrd="0" presId="urn:microsoft.com/office/officeart/2005/8/layout/hierarchy3"/>
    <dgm:cxn modelId="{D0887116-94C5-4A58-A4B2-A07F62BEA03A}" type="presParOf" srcId="{7256E542-C590-44AD-B67E-8A57F88B21D5}" destId="{1D7C493A-981C-4218-AB0E-32E27727128C}" srcOrd="0" destOrd="0" presId="urn:microsoft.com/office/officeart/2005/8/layout/hierarchy3"/>
    <dgm:cxn modelId="{B4DBEA1F-92CD-435C-A0E5-B63F772A639A}" type="presParOf" srcId="{7256E542-C590-44AD-B67E-8A57F88B21D5}" destId="{588C0A48-4C1B-49FD-B410-1B40EA025FD2}" srcOrd="1" destOrd="0" presId="urn:microsoft.com/office/officeart/2005/8/layout/hierarchy3"/>
    <dgm:cxn modelId="{7505E8B1-90F5-4C7B-9EA8-9E182629B436}" type="presParOf" srcId="{124E1ECC-D8E9-450C-803F-AC30BE4C720D}" destId="{C47492CC-07C2-4A43-B0C6-B578A4BA6F20}" srcOrd="1" destOrd="0" presId="urn:microsoft.com/office/officeart/2005/8/layout/hierarchy3"/>
    <dgm:cxn modelId="{12F535EA-7241-491D-857B-95AC1D5DC0EB}" type="presParOf" srcId="{C47492CC-07C2-4A43-B0C6-B578A4BA6F20}" destId="{F40DEBA0-2557-4276-A23B-DF7E363D7CFD}" srcOrd="0" destOrd="0" presId="urn:microsoft.com/office/officeart/2005/8/layout/hierarchy3"/>
    <dgm:cxn modelId="{346C40E5-BB84-4F02-AD4C-FA8070C01851}" type="presParOf" srcId="{C47492CC-07C2-4A43-B0C6-B578A4BA6F20}" destId="{667659E9-CDBD-4218-AB3C-1A2B8F0EFD8A}" srcOrd="1" destOrd="0" presId="urn:microsoft.com/office/officeart/2005/8/layout/hierarchy3"/>
    <dgm:cxn modelId="{8CD441C8-C947-418F-BE04-A98B64A26D3F}" type="presParOf" srcId="{C47492CC-07C2-4A43-B0C6-B578A4BA6F20}" destId="{14C9ABB8-F578-46B5-B7A0-CAF189B30EA0}" srcOrd="2" destOrd="0" presId="urn:microsoft.com/office/officeart/2005/8/layout/hierarchy3"/>
    <dgm:cxn modelId="{2E348153-985C-4377-A7C9-96CDF340EA4D}" type="presParOf" srcId="{C47492CC-07C2-4A43-B0C6-B578A4BA6F20}" destId="{8EED1BF3-311B-4D93-BB55-DCD5AFAC9283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AA87BF-22E9-47E7-A96D-ACF2B3E7A735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93D561-5B76-470A-948E-EDEF0772D019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hot</a:t>
          </a:r>
          <a:r>
            <a:rPr lang="en-PK" b="0" i="0" baseline="0"/>
            <a:t> and the sunlight intensity is </a:t>
          </a:r>
          <a:r>
            <a:rPr lang="en-PK" b="1" i="0" baseline="0"/>
            <a:t>low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CF4E1DA5-258D-4CC5-8433-03BB547D274E}" type="parTrans" cxnId="{BD1C9BC2-D561-46CB-B4C1-8A8253A172E6}">
      <dgm:prSet/>
      <dgm:spPr/>
      <dgm:t>
        <a:bodyPr/>
        <a:lstStyle/>
        <a:p>
          <a:endParaRPr lang="en-US"/>
        </a:p>
      </dgm:t>
    </dgm:pt>
    <dgm:pt modelId="{165D63B3-7362-44AB-8CC2-BFB308210CD8}" type="sibTrans" cxnId="{BD1C9BC2-D561-46CB-B4C1-8A8253A172E6}">
      <dgm:prSet/>
      <dgm:spPr/>
      <dgm:t>
        <a:bodyPr/>
        <a:lstStyle/>
        <a:p>
          <a:endParaRPr lang="en-US"/>
        </a:p>
      </dgm:t>
    </dgm:pt>
    <dgm:pt modelId="{3A185F4F-B6AE-4B31-8E2A-DD44E724D1F9}">
      <dgm:prSet/>
      <dgm:spPr/>
      <dgm:t>
        <a:bodyPr/>
        <a:lstStyle/>
        <a:p>
          <a:r>
            <a:rPr lang="en-PK" b="0" i="0" baseline="0"/>
            <a:t>Heater Control: Medium </a:t>
          </a:r>
          <a:endParaRPr lang="en-US"/>
        </a:p>
      </dgm:t>
    </dgm:pt>
    <dgm:pt modelId="{ABF1C136-5DC9-418F-AE08-154394D1BB7A}" type="parTrans" cxnId="{E1A06626-9F49-49DF-AF1E-F61326CA2478}">
      <dgm:prSet/>
      <dgm:spPr/>
      <dgm:t>
        <a:bodyPr/>
        <a:lstStyle/>
        <a:p>
          <a:endParaRPr lang="en-US"/>
        </a:p>
      </dgm:t>
    </dgm:pt>
    <dgm:pt modelId="{72FCA811-F71A-49B6-A735-057F2A1F37AC}" type="sibTrans" cxnId="{E1A06626-9F49-49DF-AF1E-F61326CA2478}">
      <dgm:prSet/>
      <dgm:spPr/>
      <dgm:t>
        <a:bodyPr/>
        <a:lstStyle/>
        <a:p>
          <a:endParaRPr lang="en-US"/>
        </a:p>
      </dgm:t>
    </dgm:pt>
    <dgm:pt modelId="{295D9C34-9CFF-4353-85D8-072142D82827}">
      <dgm:prSet/>
      <dgm:spPr/>
      <dgm:t>
        <a:bodyPr/>
        <a:lstStyle/>
        <a:p>
          <a:r>
            <a:rPr lang="en-PK" b="0" i="0" baseline="0"/>
            <a:t>Humidifier Control: High </a:t>
          </a:r>
          <a:endParaRPr lang="en-US"/>
        </a:p>
      </dgm:t>
    </dgm:pt>
    <dgm:pt modelId="{8C4EB110-D526-4FF4-8E7E-0D26E34CD2E0}" type="parTrans" cxnId="{6374B686-D8CE-4DED-BB99-407FC6963BFF}">
      <dgm:prSet/>
      <dgm:spPr/>
      <dgm:t>
        <a:bodyPr/>
        <a:lstStyle/>
        <a:p>
          <a:endParaRPr lang="en-US"/>
        </a:p>
      </dgm:t>
    </dgm:pt>
    <dgm:pt modelId="{9768009F-BC9B-4C33-9A22-0FF47BB767A9}" type="sibTrans" cxnId="{6374B686-D8CE-4DED-BB99-407FC6963BFF}">
      <dgm:prSet/>
      <dgm:spPr/>
      <dgm:t>
        <a:bodyPr/>
        <a:lstStyle/>
        <a:p>
          <a:endParaRPr lang="en-US"/>
        </a:p>
      </dgm:t>
    </dgm:pt>
    <dgm:pt modelId="{B0BD9C4E-B8CC-4BA8-A8E5-4FAEADC6A23E}">
      <dgm:prSet/>
      <dgm:spPr/>
      <dgm:t>
        <a:bodyPr/>
        <a:lstStyle/>
        <a:p>
          <a:r>
            <a:rPr lang="en-PK" b="1" i="0" baseline="0"/>
            <a:t>If</a:t>
          </a:r>
          <a:r>
            <a:rPr lang="en-PK" b="0" i="0" baseline="0"/>
            <a:t> the ambient temperature is </a:t>
          </a:r>
          <a:r>
            <a:rPr lang="en-PK" b="1" i="0" baseline="0"/>
            <a:t>moderate</a:t>
          </a:r>
          <a:r>
            <a:rPr lang="en-PK" b="0" i="0" baseline="0"/>
            <a:t> and the humidity level is </a:t>
          </a:r>
          <a:r>
            <a:rPr lang="en-PK" b="1" i="0" baseline="0"/>
            <a:t>dry</a:t>
          </a:r>
          <a:r>
            <a:rPr lang="en-PK" b="0" i="0" baseline="0"/>
            <a:t>, </a:t>
          </a:r>
          <a:r>
            <a:rPr lang="en-PK" b="1" i="0" baseline="0"/>
            <a:t>then</a:t>
          </a:r>
          <a:r>
            <a:rPr lang="en-PK" b="0" i="0" baseline="0"/>
            <a:t>:</a:t>
          </a:r>
          <a:endParaRPr lang="en-US"/>
        </a:p>
      </dgm:t>
    </dgm:pt>
    <dgm:pt modelId="{8AF4F4A3-5307-415B-A554-56DE7F2855B9}" type="parTrans" cxnId="{17A90920-618C-4F23-9305-674468AD8DB0}">
      <dgm:prSet/>
      <dgm:spPr/>
      <dgm:t>
        <a:bodyPr/>
        <a:lstStyle/>
        <a:p>
          <a:endParaRPr lang="en-US"/>
        </a:p>
      </dgm:t>
    </dgm:pt>
    <dgm:pt modelId="{5F064FC3-819A-4724-99A9-F2DCEDFE7214}" type="sibTrans" cxnId="{17A90920-618C-4F23-9305-674468AD8DB0}">
      <dgm:prSet/>
      <dgm:spPr/>
      <dgm:t>
        <a:bodyPr/>
        <a:lstStyle/>
        <a:p>
          <a:endParaRPr lang="en-US"/>
        </a:p>
      </dgm:t>
    </dgm:pt>
    <dgm:pt modelId="{E5AE7575-2290-4A38-9E7E-997D72C17DBF}">
      <dgm:prSet/>
      <dgm:spPr/>
      <dgm:t>
        <a:bodyPr/>
        <a:lstStyle/>
        <a:p>
          <a:r>
            <a:rPr lang="en-PK" b="0" i="0" baseline="0"/>
            <a:t>Heater Control: High </a:t>
          </a:r>
          <a:endParaRPr lang="en-US"/>
        </a:p>
      </dgm:t>
    </dgm:pt>
    <dgm:pt modelId="{146C60CA-8642-422C-BC27-9F910F3D737D}" type="parTrans" cxnId="{A0B07B06-DDF1-42A9-AEE4-3D41A684D917}">
      <dgm:prSet/>
      <dgm:spPr/>
      <dgm:t>
        <a:bodyPr/>
        <a:lstStyle/>
        <a:p>
          <a:endParaRPr lang="en-US"/>
        </a:p>
      </dgm:t>
    </dgm:pt>
    <dgm:pt modelId="{DC6F444D-273F-4D77-9677-FAF5EFCBCA43}" type="sibTrans" cxnId="{A0B07B06-DDF1-42A9-AEE4-3D41A684D917}">
      <dgm:prSet/>
      <dgm:spPr/>
      <dgm:t>
        <a:bodyPr/>
        <a:lstStyle/>
        <a:p>
          <a:endParaRPr lang="en-US"/>
        </a:p>
      </dgm:t>
    </dgm:pt>
    <dgm:pt modelId="{DFAC57E4-09E5-448B-8D91-64442E93D49D}">
      <dgm:prSet/>
      <dgm:spPr/>
      <dgm:t>
        <a:bodyPr/>
        <a:lstStyle/>
        <a:p>
          <a:r>
            <a:rPr lang="en-PK" b="0" i="0" baseline="0"/>
            <a:t>Humidifier Control: Medium </a:t>
          </a:r>
          <a:endParaRPr lang="en-US"/>
        </a:p>
      </dgm:t>
    </dgm:pt>
    <dgm:pt modelId="{B48A1D05-353C-48D3-A18A-F7D099AA9280}" type="parTrans" cxnId="{CBC72F43-D6CD-4776-97B2-9AD48F0BCA7E}">
      <dgm:prSet/>
      <dgm:spPr/>
      <dgm:t>
        <a:bodyPr/>
        <a:lstStyle/>
        <a:p>
          <a:endParaRPr lang="en-US"/>
        </a:p>
      </dgm:t>
    </dgm:pt>
    <dgm:pt modelId="{C661B8CA-B58F-4206-A34C-21AB2FFB6FC7}" type="sibTrans" cxnId="{CBC72F43-D6CD-4776-97B2-9AD48F0BCA7E}">
      <dgm:prSet/>
      <dgm:spPr/>
      <dgm:t>
        <a:bodyPr/>
        <a:lstStyle/>
        <a:p>
          <a:endParaRPr lang="en-US"/>
        </a:p>
      </dgm:t>
    </dgm:pt>
    <dgm:pt modelId="{B4D4A025-B0FE-4B42-A79E-4B6E498381FF}" type="pres">
      <dgm:prSet presAssocID="{E0AA87BF-22E9-47E7-A96D-ACF2B3E7A735}" presName="Name0" presStyleCnt="0">
        <dgm:presLayoutVars>
          <dgm:dir/>
          <dgm:animLvl val="lvl"/>
          <dgm:resizeHandles val="exact"/>
        </dgm:presLayoutVars>
      </dgm:prSet>
      <dgm:spPr/>
    </dgm:pt>
    <dgm:pt modelId="{A14F75D8-AA60-41BC-B727-467DF81B1D23}" type="pres">
      <dgm:prSet presAssocID="{5593D561-5B76-470A-948E-EDEF0772D019}" presName="composite" presStyleCnt="0"/>
      <dgm:spPr/>
    </dgm:pt>
    <dgm:pt modelId="{3C3E973F-8922-4144-BB10-73E557ABE926}" type="pres">
      <dgm:prSet presAssocID="{5593D561-5B76-470A-948E-EDEF0772D01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CCED191-F091-4CB9-B6D8-733E5AC67942}" type="pres">
      <dgm:prSet presAssocID="{5593D561-5B76-470A-948E-EDEF0772D019}" presName="desTx" presStyleLbl="alignAccFollowNode1" presStyleIdx="0" presStyleCnt="2">
        <dgm:presLayoutVars>
          <dgm:bulletEnabled val="1"/>
        </dgm:presLayoutVars>
      </dgm:prSet>
      <dgm:spPr/>
    </dgm:pt>
    <dgm:pt modelId="{BFF0C99E-9CB7-4D00-9EAD-A90FB596B052}" type="pres">
      <dgm:prSet presAssocID="{165D63B3-7362-44AB-8CC2-BFB308210CD8}" presName="space" presStyleCnt="0"/>
      <dgm:spPr/>
    </dgm:pt>
    <dgm:pt modelId="{772DAF7E-F09B-40E8-847C-9FE55E9D6694}" type="pres">
      <dgm:prSet presAssocID="{B0BD9C4E-B8CC-4BA8-A8E5-4FAEADC6A23E}" presName="composite" presStyleCnt="0"/>
      <dgm:spPr/>
    </dgm:pt>
    <dgm:pt modelId="{92F83F0B-D4DF-4E73-84FA-67B5EE3DD8F9}" type="pres">
      <dgm:prSet presAssocID="{B0BD9C4E-B8CC-4BA8-A8E5-4FAEADC6A23E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FB4F05E-3447-4C93-922B-1B1DA56B66B6}" type="pres">
      <dgm:prSet presAssocID="{B0BD9C4E-B8CC-4BA8-A8E5-4FAEADC6A23E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0B07B06-DDF1-42A9-AEE4-3D41A684D917}" srcId="{B0BD9C4E-B8CC-4BA8-A8E5-4FAEADC6A23E}" destId="{E5AE7575-2290-4A38-9E7E-997D72C17DBF}" srcOrd="0" destOrd="0" parTransId="{146C60CA-8642-422C-BC27-9F910F3D737D}" sibTransId="{DC6F444D-273F-4D77-9677-FAF5EFCBCA43}"/>
    <dgm:cxn modelId="{17A90920-618C-4F23-9305-674468AD8DB0}" srcId="{E0AA87BF-22E9-47E7-A96D-ACF2B3E7A735}" destId="{B0BD9C4E-B8CC-4BA8-A8E5-4FAEADC6A23E}" srcOrd="1" destOrd="0" parTransId="{8AF4F4A3-5307-415B-A554-56DE7F2855B9}" sibTransId="{5F064FC3-819A-4724-99A9-F2DCEDFE7214}"/>
    <dgm:cxn modelId="{E1A06626-9F49-49DF-AF1E-F61326CA2478}" srcId="{5593D561-5B76-470A-948E-EDEF0772D019}" destId="{3A185F4F-B6AE-4B31-8E2A-DD44E724D1F9}" srcOrd="0" destOrd="0" parTransId="{ABF1C136-5DC9-418F-AE08-154394D1BB7A}" sibTransId="{72FCA811-F71A-49B6-A735-057F2A1F37AC}"/>
    <dgm:cxn modelId="{DA3D095E-741D-4E88-99AD-8E76C53E23F6}" type="presOf" srcId="{E0AA87BF-22E9-47E7-A96D-ACF2B3E7A735}" destId="{B4D4A025-B0FE-4B42-A79E-4B6E498381FF}" srcOrd="0" destOrd="0" presId="urn:microsoft.com/office/officeart/2005/8/layout/hList1"/>
    <dgm:cxn modelId="{CBC72F43-D6CD-4776-97B2-9AD48F0BCA7E}" srcId="{B0BD9C4E-B8CC-4BA8-A8E5-4FAEADC6A23E}" destId="{DFAC57E4-09E5-448B-8D91-64442E93D49D}" srcOrd="1" destOrd="0" parTransId="{B48A1D05-353C-48D3-A18A-F7D099AA9280}" sibTransId="{C661B8CA-B58F-4206-A34C-21AB2FFB6FC7}"/>
    <dgm:cxn modelId="{6374B686-D8CE-4DED-BB99-407FC6963BFF}" srcId="{5593D561-5B76-470A-948E-EDEF0772D019}" destId="{295D9C34-9CFF-4353-85D8-072142D82827}" srcOrd="1" destOrd="0" parTransId="{8C4EB110-D526-4FF4-8E7E-0D26E34CD2E0}" sibTransId="{9768009F-BC9B-4C33-9A22-0FF47BB767A9}"/>
    <dgm:cxn modelId="{223E0C89-E63F-4921-B7E6-9F0894D3512D}" type="presOf" srcId="{5593D561-5B76-470A-948E-EDEF0772D019}" destId="{3C3E973F-8922-4144-BB10-73E557ABE926}" srcOrd="0" destOrd="0" presId="urn:microsoft.com/office/officeart/2005/8/layout/hList1"/>
    <dgm:cxn modelId="{E62568AC-A6A9-40A8-979B-F9076AD39318}" type="presOf" srcId="{E5AE7575-2290-4A38-9E7E-997D72C17DBF}" destId="{5FB4F05E-3447-4C93-922B-1B1DA56B66B6}" srcOrd="0" destOrd="0" presId="urn:microsoft.com/office/officeart/2005/8/layout/hList1"/>
    <dgm:cxn modelId="{BD1C9BC2-D561-46CB-B4C1-8A8253A172E6}" srcId="{E0AA87BF-22E9-47E7-A96D-ACF2B3E7A735}" destId="{5593D561-5B76-470A-948E-EDEF0772D019}" srcOrd="0" destOrd="0" parTransId="{CF4E1DA5-258D-4CC5-8433-03BB547D274E}" sibTransId="{165D63B3-7362-44AB-8CC2-BFB308210CD8}"/>
    <dgm:cxn modelId="{266244CD-57F8-4069-B65D-CBD8F3461BAF}" type="presOf" srcId="{3A185F4F-B6AE-4B31-8E2A-DD44E724D1F9}" destId="{DCCED191-F091-4CB9-B6D8-733E5AC67942}" srcOrd="0" destOrd="0" presId="urn:microsoft.com/office/officeart/2005/8/layout/hList1"/>
    <dgm:cxn modelId="{0D4E09D8-0B33-40E5-A4A3-1DBABE967AFC}" type="presOf" srcId="{295D9C34-9CFF-4353-85D8-072142D82827}" destId="{DCCED191-F091-4CB9-B6D8-733E5AC67942}" srcOrd="0" destOrd="1" presId="urn:microsoft.com/office/officeart/2005/8/layout/hList1"/>
    <dgm:cxn modelId="{8D90E1DC-3E96-40A1-B7D7-6A9A78F60F2A}" type="presOf" srcId="{DFAC57E4-09E5-448B-8D91-64442E93D49D}" destId="{5FB4F05E-3447-4C93-922B-1B1DA56B66B6}" srcOrd="0" destOrd="1" presId="urn:microsoft.com/office/officeart/2005/8/layout/hList1"/>
    <dgm:cxn modelId="{9DCDFDDD-F55A-4E28-B972-0405A3B0DA33}" type="presOf" srcId="{B0BD9C4E-B8CC-4BA8-A8E5-4FAEADC6A23E}" destId="{92F83F0B-D4DF-4E73-84FA-67B5EE3DD8F9}" srcOrd="0" destOrd="0" presId="urn:microsoft.com/office/officeart/2005/8/layout/hList1"/>
    <dgm:cxn modelId="{F077453A-C735-40AF-8CD7-8CEF54EDB1C1}" type="presParOf" srcId="{B4D4A025-B0FE-4B42-A79E-4B6E498381FF}" destId="{A14F75D8-AA60-41BC-B727-467DF81B1D23}" srcOrd="0" destOrd="0" presId="urn:microsoft.com/office/officeart/2005/8/layout/hList1"/>
    <dgm:cxn modelId="{BD7F1C53-961D-44CF-A601-9D23C62320C7}" type="presParOf" srcId="{A14F75D8-AA60-41BC-B727-467DF81B1D23}" destId="{3C3E973F-8922-4144-BB10-73E557ABE926}" srcOrd="0" destOrd="0" presId="urn:microsoft.com/office/officeart/2005/8/layout/hList1"/>
    <dgm:cxn modelId="{5DD714C8-BD63-40F7-9052-758DB2E56893}" type="presParOf" srcId="{A14F75D8-AA60-41BC-B727-467DF81B1D23}" destId="{DCCED191-F091-4CB9-B6D8-733E5AC67942}" srcOrd="1" destOrd="0" presId="urn:microsoft.com/office/officeart/2005/8/layout/hList1"/>
    <dgm:cxn modelId="{FCA1CBC3-3416-4FB1-93B9-5A83CE6B9C3B}" type="presParOf" srcId="{B4D4A025-B0FE-4B42-A79E-4B6E498381FF}" destId="{BFF0C99E-9CB7-4D00-9EAD-A90FB596B052}" srcOrd="1" destOrd="0" presId="urn:microsoft.com/office/officeart/2005/8/layout/hList1"/>
    <dgm:cxn modelId="{F4FE1789-2509-4FF4-AB7C-0DA07775508B}" type="presParOf" srcId="{B4D4A025-B0FE-4B42-A79E-4B6E498381FF}" destId="{772DAF7E-F09B-40E8-847C-9FE55E9D6694}" srcOrd="2" destOrd="0" presId="urn:microsoft.com/office/officeart/2005/8/layout/hList1"/>
    <dgm:cxn modelId="{8E6EC9A5-0406-4F7E-913E-BE112E8B33AE}" type="presParOf" srcId="{772DAF7E-F09B-40E8-847C-9FE55E9D6694}" destId="{92F83F0B-D4DF-4E73-84FA-67B5EE3DD8F9}" srcOrd="0" destOrd="0" presId="urn:microsoft.com/office/officeart/2005/8/layout/hList1"/>
    <dgm:cxn modelId="{BAF4051A-03A5-4504-8116-54A11482E74C}" type="presParOf" srcId="{772DAF7E-F09B-40E8-847C-9FE55E9D6694}" destId="{5FB4F05E-3447-4C93-922B-1B1DA56B66B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235F089-A337-4CFB-9023-1781389DFBFD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464E4F-9643-469B-81BA-039CE42A9527}">
      <dgm:prSet/>
      <dgm:spPr/>
      <dgm:t>
        <a:bodyPr/>
        <a:lstStyle/>
        <a:p>
          <a:r>
            <a:rPr lang="en-US" b="0" i="0"/>
            <a:t>Mamdani inference method is used.</a:t>
          </a:r>
          <a:endParaRPr lang="en-US"/>
        </a:p>
      </dgm:t>
    </dgm:pt>
    <dgm:pt modelId="{C6F051A3-96B6-4BA4-B3B8-59EB20DAF2D7}" type="parTrans" cxnId="{BEBCCD63-6DB3-4AD7-8A3A-929C037BFE6C}">
      <dgm:prSet/>
      <dgm:spPr/>
      <dgm:t>
        <a:bodyPr/>
        <a:lstStyle/>
        <a:p>
          <a:endParaRPr lang="en-US"/>
        </a:p>
      </dgm:t>
    </dgm:pt>
    <dgm:pt modelId="{B043BA20-B342-4765-8270-EFA4F330E03B}" type="sibTrans" cxnId="{BEBCCD63-6DB3-4AD7-8A3A-929C037BFE6C}">
      <dgm:prSet/>
      <dgm:spPr/>
      <dgm:t>
        <a:bodyPr/>
        <a:lstStyle/>
        <a:p>
          <a:endParaRPr lang="en-US"/>
        </a:p>
      </dgm:t>
    </dgm:pt>
    <dgm:pt modelId="{22F25560-8EA4-4FC1-9975-294D9950A9B2}">
      <dgm:prSet/>
      <dgm:spPr/>
      <dgm:t>
        <a:bodyPr/>
        <a:lstStyle/>
        <a:p>
          <a:r>
            <a:rPr lang="en-US" b="0" i="0"/>
            <a:t>It applies fuzzy rules to the inputs to generate outputs.</a:t>
          </a:r>
          <a:endParaRPr lang="en-US"/>
        </a:p>
      </dgm:t>
    </dgm:pt>
    <dgm:pt modelId="{8845C493-0775-4801-A02C-7FDB1FFFAA5D}" type="parTrans" cxnId="{4258344D-3B03-44AD-AFCA-F223B32937B1}">
      <dgm:prSet/>
      <dgm:spPr/>
      <dgm:t>
        <a:bodyPr/>
        <a:lstStyle/>
        <a:p>
          <a:endParaRPr lang="en-US"/>
        </a:p>
      </dgm:t>
    </dgm:pt>
    <dgm:pt modelId="{C729A3C2-CCC0-42DD-849E-D8912AEB447B}" type="sibTrans" cxnId="{4258344D-3B03-44AD-AFCA-F223B32937B1}">
      <dgm:prSet/>
      <dgm:spPr/>
      <dgm:t>
        <a:bodyPr/>
        <a:lstStyle/>
        <a:p>
          <a:endParaRPr lang="en-US"/>
        </a:p>
      </dgm:t>
    </dgm:pt>
    <dgm:pt modelId="{B66C0B26-CB00-4A69-8B12-51C802D543EB}" type="pres">
      <dgm:prSet presAssocID="{4235F089-A337-4CFB-9023-1781389DFBFD}" presName="diagram" presStyleCnt="0">
        <dgm:presLayoutVars>
          <dgm:dir/>
          <dgm:resizeHandles val="exact"/>
        </dgm:presLayoutVars>
      </dgm:prSet>
      <dgm:spPr/>
    </dgm:pt>
    <dgm:pt modelId="{F0BBD6AC-DECA-4104-ABE0-FADD6FF08ECB}" type="pres">
      <dgm:prSet presAssocID="{60464E4F-9643-469B-81BA-039CE42A9527}" presName="node" presStyleLbl="node1" presStyleIdx="0" presStyleCnt="2">
        <dgm:presLayoutVars>
          <dgm:bulletEnabled val="1"/>
        </dgm:presLayoutVars>
      </dgm:prSet>
      <dgm:spPr/>
    </dgm:pt>
    <dgm:pt modelId="{111B030F-B53C-4B2F-94CC-AC2EECEE2AD2}" type="pres">
      <dgm:prSet presAssocID="{B043BA20-B342-4765-8270-EFA4F330E03B}" presName="sibTrans" presStyleCnt="0"/>
      <dgm:spPr/>
    </dgm:pt>
    <dgm:pt modelId="{4905F9E7-5E46-4133-B392-5EA1A60E9D85}" type="pres">
      <dgm:prSet presAssocID="{22F25560-8EA4-4FC1-9975-294D9950A9B2}" presName="node" presStyleLbl="node1" presStyleIdx="1" presStyleCnt="2">
        <dgm:presLayoutVars>
          <dgm:bulletEnabled val="1"/>
        </dgm:presLayoutVars>
      </dgm:prSet>
      <dgm:spPr/>
    </dgm:pt>
  </dgm:ptLst>
  <dgm:cxnLst>
    <dgm:cxn modelId="{BEBCCD63-6DB3-4AD7-8A3A-929C037BFE6C}" srcId="{4235F089-A337-4CFB-9023-1781389DFBFD}" destId="{60464E4F-9643-469B-81BA-039CE42A9527}" srcOrd="0" destOrd="0" parTransId="{C6F051A3-96B6-4BA4-B3B8-59EB20DAF2D7}" sibTransId="{B043BA20-B342-4765-8270-EFA4F330E03B}"/>
    <dgm:cxn modelId="{4258344D-3B03-44AD-AFCA-F223B32937B1}" srcId="{4235F089-A337-4CFB-9023-1781389DFBFD}" destId="{22F25560-8EA4-4FC1-9975-294D9950A9B2}" srcOrd="1" destOrd="0" parTransId="{8845C493-0775-4801-A02C-7FDB1FFFAA5D}" sibTransId="{C729A3C2-CCC0-42DD-849E-D8912AEB447B}"/>
    <dgm:cxn modelId="{6BB58993-2772-4DFC-BBE3-1F103212BE3F}" type="presOf" srcId="{60464E4F-9643-469B-81BA-039CE42A9527}" destId="{F0BBD6AC-DECA-4104-ABE0-FADD6FF08ECB}" srcOrd="0" destOrd="0" presId="urn:microsoft.com/office/officeart/2005/8/layout/default"/>
    <dgm:cxn modelId="{626A98A6-0879-46C0-BF0C-4334F38B036E}" type="presOf" srcId="{22F25560-8EA4-4FC1-9975-294D9950A9B2}" destId="{4905F9E7-5E46-4133-B392-5EA1A60E9D85}" srcOrd="0" destOrd="0" presId="urn:microsoft.com/office/officeart/2005/8/layout/default"/>
    <dgm:cxn modelId="{73F253DE-E786-45F4-B7CB-48979703533B}" type="presOf" srcId="{4235F089-A337-4CFB-9023-1781389DFBFD}" destId="{B66C0B26-CB00-4A69-8B12-51C802D543EB}" srcOrd="0" destOrd="0" presId="urn:microsoft.com/office/officeart/2005/8/layout/default"/>
    <dgm:cxn modelId="{F12C74F0-7075-4BCC-889C-0ECF54C0A181}" type="presParOf" srcId="{B66C0B26-CB00-4A69-8B12-51C802D543EB}" destId="{F0BBD6AC-DECA-4104-ABE0-FADD6FF08ECB}" srcOrd="0" destOrd="0" presId="urn:microsoft.com/office/officeart/2005/8/layout/default"/>
    <dgm:cxn modelId="{2BA0FBE6-88AD-498F-B239-B27AB5CC54D3}" type="presParOf" srcId="{B66C0B26-CB00-4A69-8B12-51C802D543EB}" destId="{111B030F-B53C-4B2F-94CC-AC2EECEE2AD2}" srcOrd="1" destOrd="0" presId="urn:microsoft.com/office/officeart/2005/8/layout/default"/>
    <dgm:cxn modelId="{35CE8FF7-0EB8-4CFA-B5F0-4CFEA5FE6070}" type="presParOf" srcId="{B66C0B26-CB00-4A69-8B12-51C802D543EB}" destId="{4905F9E7-5E46-4133-B392-5EA1A60E9D8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8FCE09-AEDE-406E-9708-B349BE7007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22539C-3128-42E8-A745-6B7050683877}">
      <dgm:prSet/>
      <dgm:spPr/>
      <dgm:t>
        <a:bodyPr/>
        <a:lstStyle/>
        <a:p>
          <a:r>
            <a:rPr lang="en-US" b="0" i="0"/>
            <a:t>Defuzzification is the process of converting fuzzy outputs to crisp values.</a:t>
          </a:r>
          <a:endParaRPr lang="en-US"/>
        </a:p>
      </dgm:t>
    </dgm:pt>
    <dgm:pt modelId="{EB953DFD-7ED3-4125-9EAF-F9FF07C7EE15}" type="parTrans" cxnId="{CCC0A325-CB54-46EE-A4B3-FB09D2D8119B}">
      <dgm:prSet/>
      <dgm:spPr/>
      <dgm:t>
        <a:bodyPr/>
        <a:lstStyle/>
        <a:p>
          <a:endParaRPr lang="en-US"/>
        </a:p>
      </dgm:t>
    </dgm:pt>
    <dgm:pt modelId="{856D0800-FAB9-4375-8CCD-320D580F38FE}" type="sibTrans" cxnId="{CCC0A325-CB54-46EE-A4B3-FB09D2D8119B}">
      <dgm:prSet/>
      <dgm:spPr/>
      <dgm:t>
        <a:bodyPr/>
        <a:lstStyle/>
        <a:p>
          <a:endParaRPr lang="en-US"/>
        </a:p>
      </dgm:t>
    </dgm:pt>
    <dgm:pt modelId="{79237F93-3288-4EB2-95F3-1199EE885F7D}">
      <dgm:prSet/>
      <dgm:spPr/>
      <dgm:t>
        <a:bodyPr/>
        <a:lstStyle/>
        <a:p>
          <a:r>
            <a:rPr lang="en-US" b="0" i="0"/>
            <a:t>The Centroid method is used to achieve this.</a:t>
          </a:r>
          <a:endParaRPr lang="en-US"/>
        </a:p>
      </dgm:t>
    </dgm:pt>
    <dgm:pt modelId="{D9310139-D394-4B05-A86E-B61190CE084E}" type="parTrans" cxnId="{50BF5372-F8C1-4A87-B364-820ABC8AFC57}">
      <dgm:prSet/>
      <dgm:spPr/>
      <dgm:t>
        <a:bodyPr/>
        <a:lstStyle/>
        <a:p>
          <a:endParaRPr lang="en-US"/>
        </a:p>
      </dgm:t>
    </dgm:pt>
    <dgm:pt modelId="{E99F32E2-B78F-42E8-A628-28D6A419CBCC}" type="sibTrans" cxnId="{50BF5372-F8C1-4A87-B364-820ABC8AFC57}">
      <dgm:prSet/>
      <dgm:spPr/>
      <dgm:t>
        <a:bodyPr/>
        <a:lstStyle/>
        <a:p>
          <a:endParaRPr lang="en-US"/>
        </a:p>
      </dgm:t>
    </dgm:pt>
    <dgm:pt modelId="{F40769D4-D824-487F-A6FD-DEA90D13107C}" type="pres">
      <dgm:prSet presAssocID="{3B8FCE09-AEDE-406E-9708-B349BE700790}" presName="linear" presStyleCnt="0">
        <dgm:presLayoutVars>
          <dgm:animLvl val="lvl"/>
          <dgm:resizeHandles val="exact"/>
        </dgm:presLayoutVars>
      </dgm:prSet>
      <dgm:spPr/>
    </dgm:pt>
    <dgm:pt modelId="{85A14DD3-076C-4D89-BDDF-7EEFA3675277}" type="pres">
      <dgm:prSet presAssocID="{2422539C-3128-42E8-A745-6B70506838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A9CB465-2F7A-4916-9883-BE5CA7455FD1}" type="pres">
      <dgm:prSet presAssocID="{856D0800-FAB9-4375-8CCD-320D580F38FE}" presName="spacer" presStyleCnt="0"/>
      <dgm:spPr/>
    </dgm:pt>
    <dgm:pt modelId="{A73A9CE9-B71A-4DF7-B1C5-BC4284872EFD}" type="pres">
      <dgm:prSet presAssocID="{79237F93-3288-4EB2-95F3-1199EE885F7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C0A325-CB54-46EE-A4B3-FB09D2D8119B}" srcId="{3B8FCE09-AEDE-406E-9708-B349BE700790}" destId="{2422539C-3128-42E8-A745-6B7050683877}" srcOrd="0" destOrd="0" parTransId="{EB953DFD-7ED3-4125-9EAF-F9FF07C7EE15}" sibTransId="{856D0800-FAB9-4375-8CCD-320D580F38FE}"/>
    <dgm:cxn modelId="{9077AB3F-382C-4C77-83B3-3EA020B95452}" type="presOf" srcId="{3B8FCE09-AEDE-406E-9708-B349BE700790}" destId="{F40769D4-D824-487F-A6FD-DEA90D13107C}" srcOrd="0" destOrd="0" presId="urn:microsoft.com/office/officeart/2005/8/layout/vList2"/>
    <dgm:cxn modelId="{50BF5372-F8C1-4A87-B364-820ABC8AFC57}" srcId="{3B8FCE09-AEDE-406E-9708-B349BE700790}" destId="{79237F93-3288-4EB2-95F3-1199EE885F7D}" srcOrd="1" destOrd="0" parTransId="{D9310139-D394-4B05-A86E-B61190CE084E}" sibTransId="{E99F32E2-B78F-42E8-A628-28D6A419CBCC}"/>
    <dgm:cxn modelId="{D256208D-C26B-47E4-90BA-F8938DBFDECC}" type="presOf" srcId="{2422539C-3128-42E8-A745-6B7050683877}" destId="{85A14DD3-076C-4D89-BDDF-7EEFA3675277}" srcOrd="0" destOrd="0" presId="urn:microsoft.com/office/officeart/2005/8/layout/vList2"/>
    <dgm:cxn modelId="{4D633DFF-8F9B-47EA-8839-F7435DDE7AD0}" type="presOf" srcId="{79237F93-3288-4EB2-95F3-1199EE885F7D}" destId="{A73A9CE9-B71A-4DF7-B1C5-BC4284872EFD}" srcOrd="0" destOrd="0" presId="urn:microsoft.com/office/officeart/2005/8/layout/vList2"/>
    <dgm:cxn modelId="{9296A4D0-990C-4FB2-BDF6-BE5BDCB32B6F}" type="presParOf" srcId="{F40769D4-D824-487F-A6FD-DEA90D13107C}" destId="{85A14DD3-076C-4D89-BDDF-7EEFA3675277}" srcOrd="0" destOrd="0" presId="urn:microsoft.com/office/officeart/2005/8/layout/vList2"/>
    <dgm:cxn modelId="{4381A7CE-5AA1-4653-AD3D-24768781AEC1}" type="presParOf" srcId="{F40769D4-D824-487F-A6FD-DEA90D13107C}" destId="{FA9CB465-2F7A-4916-9883-BE5CA7455FD1}" srcOrd="1" destOrd="0" presId="urn:microsoft.com/office/officeart/2005/8/layout/vList2"/>
    <dgm:cxn modelId="{75A807EA-9971-4361-866C-C73B8C5E44E5}" type="presParOf" srcId="{F40769D4-D824-487F-A6FD-DEA90D13107C}" destId="{A73A9CE9-B71A-4DF7-B1C5-BC4284872EF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86958-5212-4F1E-8893-4FDD7DF97D6E}">
      <dsp:nvSpPr>
        <dsp:cNvPr id="0" name=""/>
        <dsp:cNvSpPr/>
      </dsp:nvSpPr>
      <dsp:spPr>
        <a:xfrm>
          <a:off x="0" y="763529"/>
          <a:ext cx="5762564" cy="8874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Muhammad Taqui  021</a:t>
          </a:r>
          <a:endParaRPr lang="en-US" sz="3700" kern="1200"/>
        </a:p>
      </dsp:txBody>
      <dsp:txXfrm>
        <a:off x="43321" y="806850"/>
        <a:ext cx="5675922" cy="800803"/>
      </dsp:txXfrm>
    </dsp:sp>
    <dsp:sp modelId="{F40508A7-BA77-42BC-843C-8FDEBD3851E5}">
      <dsp:nvSpPr>
        <dsp:cNvPr id="0" name=""/>
        <dsp:cNvSpPr/>
      </dsp:nvSpPr>
      <dsp:spPr>
        <a:xfrm>
          <a:off x="0" y="1757534"/>
          <a:ext cx="5762564" cy="887445"/>
        </a:xfrm>
        <a:prstGeom prst="roundRect">
          <a:avLst/>
        </a:prstGeom>
        <a:solidFill>
          <a:schemeClr val="accent2">
            <a:hueOff val="509491"/>
            <a:satOff val="-3810"/>
            <a:lumOff val="-12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Babar Ali 051</a:t>
          </a:r>
          <a:endParaRPr lang="en-US" sz="3700" kern="1200"/>
        </a:p>
      </dsp:txBody>
      <dsp:txXfrm>
        <a:off x="43321" y="1800855"/>
        <a:ext cx="5675922" cy="800803"/>
      </dsp:txXfrm>
    </dsp:sp>
    <dsp:sp modelId="{73B835BC-4370-4748-BD57-4FCDDCC6A13D}">
      <dsp:nvSpPr>
        <dsp:cNvPr id="0" name=""/>
        <dsp:cNvSpPr/>
      </dsp:nvSpPr>
      <dsp:spPr>
        <a:xfrm>
          <a:off x="0" y="2751539"/>
          <a:ext cx="5762564" cy="887445"/>
        </a:xfrm>
        <a:prstGeom prst="roundRect">
          <a:avLst/>
        </a:prstGeom>
        <a:solidFill>
          <a:schemeClr val="accent2">
            <a:hueOff val="1018983"/>
            <a:satOff val="-7620"/>
            <a:lumOff val="-24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Zain ul Abadeen 029</a:t>
          </a:r>
          <a:endParaRPr lang="en-US" sz="3700" kern="1200"/>
        </a:p>
      </dsp:txBody>
      <dsp:txXfrm>
        <a:off x="43321" y="2794860"/>
        <a:ext cx="5675922" cy="800803"/>
      </dsp:txXfrm>
    </dsp:sp>
    <dsp:sp modelId="{579BE98F-1B75-464C-9548-181E0D1EC1C3}">
      <dsp:nvSpPr>
        <dsp:cNvPr id="0" name=""/>
        <dsp:cNvSpPr/>
      </dsp:nvSpPr>
      <dsp:spPr>
        <a:xfrm>
          <a:off x="0" y="3745544"/>
          <a:ext cx="5762564" cy="887445"/>
        </a:xfrm>
        <a:prstGeom prst="roundRect">
          <a:avLst/>
        </a:prstGeom>
        <a:solidFill>
          <a:schemeClr val="accent2">
            <a:hueOff val="1528474"/>
            <a:satOff val="-11430"/>
            <a:lumOff val="-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Usman Iftikhar 022</a:t>
          </a:r>
          <a:endParaRPr lang="en-US" sz="3700" kern="1200"/>
        </a:p>
      </dsp:txBody>
      <dsp:txXfrm>
        <a:off x="43321" y="3788865"/>
        <a:ext cx="5675922" cy="800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93AD04-22C1-4ED9-A6B1-435BB2DA239C}">
      <dsp:nvSpPr>
        <dsp:cNvPr id="0" name=""/>
        <dsp:cNvSpPr/>
      </dsp:nvSpPr>
      <dsp:spPr>
        <a:xfrm>
          <a:off x="3080" y="529088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Factors:</a:t>
          </a:r>
          <a:endParaRPr lang="en-US" sz="1900" kern="1200"/>
        </a:p>
      </dsp:txBody>
      <dsp:txXfrm>
        <a:off x="3080" y="529088"/>
        <a:ext cx="2444055" cy="1466433"/>
      </dsp:txXfrm>
    </dsp:sp>
    <dsp:sp modelId="{035F5B79-473C-4832-8B1C-477AA09688E1}">
      <dsp:nvSpPr>
        <dsp:cNvPr id="0" name=""/>
        <dsp:cNvSpPr/>
      </dsp:nvSpPr>
      <dsp:spPr>
        <a:xfrm>
          <a:off x="2691541" y="529088"/>
          <a:ext cx="2444055" cy="1466433"/>
        </a:xfrm>
        <a:prstGeom prst="rect">
          <a:avLst/>
        </a:prstGeom>
        <a:solidFill>
          <a:schemeClr val="accent2">
            <a:hueOff val="218353"/>
            <a:satOff val="-1633"/>
            <a:lumOff val="-5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Ambient Temperature: Variations impact internal climate.</a:t>
          </a:r>
        </a:p>
      </dsp:txBody>
      <dsp:txXfrm>
        <a:off x="2691541" y="529088"/>
        <a:ext cx="2444055" cy="1466433"/>
      </dsp:txXfrm>
    </dsp:sp>
    <dsp:sp modelId="{EA219A8B-A161-441D-9526-36B4CE379923}">
      <dsp:nvSpPr>
        <dsp:cNvPr id="0" name=""/>
        <dsp:cNvSpPr/>
      </dsp:nvSpPr>
      <dsp:spPr>
        <a:xfrm>
          <a:off x="5380002" y="529088"/>
          <a:ext cx="2444055" cy="1466433"/>
        </a:xfrm>
        <a:prstGeom prst="rect">
          <a:avLst/>
        </a:prstGeom>
        <a:solidFill>
          <a:schemeClr val="accent2">
            <a:hueOff val="436707"/>
            <a:satOff val="-3266"/>
            <a:lumOff val="-10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Sunlight Intensity: Changes daily/seasonally; affects temperature and photosynthesis.</a:t>
          </a:r>
        </a:p>
      </dsp:txBody>
      <dsp:txXfrm>
        <a:off x="5380002" y="529088"/>
        <a:ext cx="2444055" cy="1466433"/>
      </dsp:txXfrm>
    </dsp:sp>
    <dsp:sp modelId="{3D2FEEC7-ED98-40F1-B391-290F4B288579}">
      <dsp:nvSpPr>
        <dsp:cNvPr id="0" name=""/>
        <dsp:cNvSpPr/>
      </dsp:nvSpPr>
      <dsp:spPr>
        <a:xfrm>
          <a:off x="8068463" y="529088"/>
          <a:ext cx="2444055" cy="1466433"/>
        </a:xfrm>
        <a:prstGeom prst="rect">
          <a:avLst/>
        </a:prstGeom>
        <a:solidFill>
          <a:schemeClr val="accent2">
            <a:hueOff val="655060"/>
            <a:satOff val="-4899"/>
            <a:lumOff val="-15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Humidity Levels: Fluctuates with weather and watering; crucial for plant health.</a:t>
          </a:r>
        </a:p>
      </dsp:txBody>
      <dsp:txXfrm>
        <a:off x="8068463" y="529088"/>
        <a:ext cx="2444055" cy="1466433"/>
      </dsp:txXfrm>
    </dsp:sp>
    <dsp:sp modelId="{2C160EE2-9814-4014-9824-A6353E611677}">
      <dsp:nvSpPr>
        <dsp:cNvPr id="0" name=""/>
        <dsp:cNvSpPr/>
      </dsp:nvSpPr>
      <dsp:spPr>
        <a:xfrm>
          <a:off x="3080" y="2239927"/>
          <a:ext cx="2444055" cy="1466433"/>
        </a:xfrm>
        <a:prstGeom prst="rect">
          <a:avLst/>
        </a:prstGeom>
        <a:solidFill>
          <a:schemeClr val="accent2">
            <a:hueOff val="873414"/>
            <a:satOff val="-6531"/>
            <a:lumOff val="-21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Challenges:</a:t>
          </a:r>
          <a:endParaRPr lang="en-US" sz="1900" kern="1200"/>
        </a:p>
      </dsp:txBody>
      <dsp:txXfrm>
        <a:off x="3080" y="2239927"/>
        <a:ext cx="2444055" cy="1466433"/>
      </dsp:txXfrm>
    </dsp:sp>
    <dsp:sp modelId="{53C9DD5F-A5BE-46BD-8FBF-B415EC42C01D}">
      <dsp:nvSpPr>
        <dsp:cNvPr id="0" name=""/>
        <dsp:cNvSpPr/>
      </dsp:nvSpPr>
      <dsp:spPr>
        <a:xfrm>
          <a:off x="2691541" y="2239927"/>
          <a:ext cx="2444055" cy="1466433"/>
        </a:xfrm>
        <a:prstGeom prst="rect">
          <a:avLst/>
        </a:prstGeom>
        <a:solidFill>
          <a:schemeClr val="accent2">
            <a:hueOff val="1091767"/>
            <a:satOff val="-8164"/>
            <a:lumOff val="-26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Interdependencies: Adjusting one factor affects others; requires balanced control.</a:t>
          </a:r>
        </a:p>
      </dsp:txBody>
      <dsp:txXfrm>
        <a:off x="2691541" y="2239927"/>
        <a:ext cx="2444055" cy="1466433"/>
      </dsp:txXfrm>
    </dsp:sp>
    <dsp:sp modelId="{9DCB1143-DB79-4B7D-94F7-1E74F0062CDF}">
      <dsp:nvSpPr>
        <dsp:cNvPr id="0" name=""/>
        <dsp:cNvSpPr/>
      </dsp:nvSpPr>
      <dsp:spPr>
        <a:xfrm>
          <a:off x="5380002" y="2239927"/>
          <a:ext cx="2444055" cy="1466433"/>
        </a:xfrm>
        <a:prstGeom prst="rect">
          <a:avLst/>
        </a:prstGeom>
        <a:solidFill>
          <a:schemeClr val="accent2">
            <a:hueOff val="1310121"/>
            <a:satOff val="-9797"/>
            <a:lumOff val="-319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Non-linear Behavior: Small changes can have large, unpredictable effects.</a:t>
          </a:r>
        </a:p>
      </dsp:txBody>
      <dsp:txXfrm>
        <a:off x="5380002" y="2239927"/>
        <a:ext cx="2444055" cy="1466433"/>
      </dsp:txXfrm>
    </dsp:sp>
    <dsp:sp modelId="{D89F837B-F129-4A4E-9FC5-D084F9D21F44}">
      <dsp:nvSpPr>
        <dsp:cNvPr id="0" name=""/>
        <dsp:cNvSpPr/>
      </dsp:nvSpPr>
      <dsp:spPr>
        <a:xfrm>
          <a:off x="8068463" y="2239927"/>
          <a:ext cx="2444055" cy="1466433"/>
        </a:xfrm>
        <a:prstGeom prst="rect">
          <a:avLst/>
        </a:prstGeom>
        <a:solidFill>
          <a:schemeClr val="accent2">
            <a:hueOff val="1528474"/>
            <a:satOff val="-11430"/>
            <a:lumOff val="-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Measurement Uncertainty: Sensor errors and environmental noise complicate control.</a:t>
          </a:r>
        </a:p>
      </dsp:txBody>
      <dsp:txXfrm>
        <a:off x="8068463" y="2239927"/>
        <a:ext cx="2444055" cy="1466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8429D5-4A7A-4696-945D-E44373E27548}">
      <dsp:nvSpPr>
        <dsp:cNvPr id="0" name=""/>
        <dsp:cNvSpPr/>
      </dsp:nvSpPr>
      <dsp:spPr>
        <a:xfrm>
          <a:off x="1283" y="0"/>
          <a:ext cx="5006206" cy="423545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Qualitative Handling: Manages qualitative inputs (e.g., "high temperature").</a:t>
          </a:r>
        </a:p>
      </dsp:txBody>
      <dsp:txXfrm>
        <a:off x="1283" y="1609471"/>
        <a:ext cx="5006206" cy="2541270"/>
      </dsp:txXfrm>
    </dsp:sp>
    <dsp:sp modelId="{32D60B84-839F-4C4C-877D-4FA30D7C97D6}">
      <dsp:nvSpPr>
        <dsp:cNvPr id="0" name=""/>
        <dsp:cNvSpPr/>
      </dsp:nvSpPr>
      <dsp:spPr>
        <a:xfrm>
          <a:off x="1869069" y="423544"/>
          <a:ext cx="1270635" cy="127063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4" tIns="12700" rIns="9906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55149" y="609624"/>
        <a:ext cx="898475" cy="898475"/>
      </dsp:txXfrm>
    </dsp:sp>
    <dsp:sp modelId="{C2500651-054D-43FE-8330-7895AA66397D}">
      <dsp:nvSpPr>
        <dsp:cNvPr id="0" name=""/>
        <dsp:cNvSpPr/>
      </dsp:nvSpPr>
      <dsp:spPr>
        <a:xfrm>
          <a:off x="1283" y="4235378"/>
          <a:ext cx="5006206" cy="72"/>
        </a:xfrm>
        <a:prstGeom prst="rect">
          <a:avLst/>
        </a:prstGeom>
        <a:solidFill>
          <a:schemeClr val="accent5">
            <a:hueOff val="475306"/>
            <a:satOff val="1731"/>
            <a:lumOff val="-588"/>
            <a:alphaOff val="0"/>
          </a:schemeClr>
        </a:solidFill>
        <a:ln w="12700" cap="flat" cmpd="sng" algn="ctr">
          <a:solidFill>
            <a:schemeClr val="accent5">
              <a:hueOff val="475306"/>
              <a:satOff val="1731"/>
              <a:lumOff val="-58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57179-2CF5-4B29-ADC6-3A9BF9F38591}">
      <dsp:nvSpPr>
        <dsp:cNvPr id="0" name=""/>
        <dsp:cNvSpPr/>
      </dsp:nvSpPr>
      <dsp:spPr>
        <a:xfrm>
          <a:off x="5508110" y="0"/>
          <a:ext cx="5006206" cy="4235450"/>
        </a:xfrm>
        <a:prstGeom prst="rect">
          <a:avLst/>
        </a:prstGeom>
        <a:solidFill>
          <a:schemeClr val="accent5">
            <a:tint val="40000"/>
            <a:alpha val="90000"/>
            <a:hueOff val="1229071"/>
            <a:satOff val="3674"/>
            <a:lumOff val="-31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229071"/>
              <a:satOff val="3674"/>
              <a:lumOff val="-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Rule-based System: Applies fuzzy rules to manage interactions and uncertainty.</a:t>
          </a:r>
        </a:p>
      </dsp:txBody>
      <dsp:txXfrm>
        <a:off x="5508110" y="1609471"/>
        <a:ext cx="5006206" cy="2541270"/>
      </dsp:txXfrm>
    </dsp:sp>
    <dsp:sp modelId="{2111582B-365A-4D9F-8909-47D0D0C4E2B5}">
      <dsp:nvSpPr>
        <dsp:cNvPr id="0" name=""/>
        <dsp:cNvSpPr/>
      </dsp:nvSpPr>
      <dsp:spPr>
        <a:xfrm>
          <a:off x="7375895" y="423544"/>
          <a:ext cx="1270635" cy="1270635"/>
        </a:xfrm>
        <a:prstGeom prst="ellipse">
          <a:avLst/>
        </a:prstGeom>
        <a:solidFill>
          <a:schemeClr val="accent5">
            <a:hueOff val="950613"/>
            <a:satOff val="3462"/>
            <a:lumOff val="-1177"/>
            <a:alphaOff val="0"/>
          </a:schemeClr>
        </a:solidFill>
        <a:ln w="12700" cap="flat" cmpd="sng" algn="ctr">
          <a:solidFill>
            <a:schemeClr val="accent5">
              <a:hueOff val="950613"/>
              <a:satOff val="3462"/>
              <a:lumOff val="-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4" tIns="12700" rIns="9906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561975" y="609624"/>
        <a:ext cx="898475" cy="898475"/>
      </dsp:txXfrm>
    </dsp:sp>
    <dsp:sp modelId="{79EE4F2C-FE21-4E76-8462-E7EB07086F81}">
      <dsp:nvSpPr>
        <dsp:cNvPr id="0" name=""/>
        <dsp:cNvSpPr/>
      </dsp:nvSpPr>
      <dsp:spPr>
        <a:xfrm>
          <a:off x="5508110" y="4235378"/>
          <a:ext cx="5006206" cy="72"/>
        </a:xfrm>
        <a:prstGeom prst="rect">
          <a:avLst/>
        </a:prstGeom>
        <a:solidFill>
          <a:schemeClr val="accent5">
            <a:hueOff val="1425919"/>
            <a:satOff val="5193"/>
            <a:lumOff val="-1765"/>
            <a:alphaOff val="0"/>
          </a:schemeClr>
        </a:solidFill>
        <a:ln w="12700" cap="flat" cmpd="sng" algn="ctr">
          <a:solidFill>
            <a:schemeClr val="accent5">
              <a:hueOff val="1425919"/>
              <a:satOff val="5193"/>
              <a:lumOff val="-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CB68D-604F-4029-813C-5999219D7C88}">
      <dsp:nvSpPr>
        <dsp:cNvPr id="0" name=""/>
        <dsp:cNvSpPr/>
      </dsp:nvSpPr>
      <dsp:spPr>
        <a:xfrm>
          <a:off x="3080" y="300059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Inputs:</a:t>
          </a:r>
          <a:endParaRPr lang="en-US" sz="1700" kern="1200"/>
        </a:p>
      </dsp:txBody>
      <dsp:txXfrm>
        <a:off x="3080" y="300059"/>
        <a:ext cx="2444055" cy="1466433"/>
      </dsp:txXfrm>
    </dsp:sp>
    <dsp:sp modelId="{FF6C42A7-E0FD-438D-998E-9638B9B9C8E7}">
      <dsp:nvSpPr>
        <dsp:cNvPr id="0" name=""/>
        <dsp:cNvSpPr/>
      </dsp:nvSpPr>
      <dsp:spPr>
        <a:xfrm>
          <a:off x="2691541" y="300059"/>
          <a:ext cx="2444055" cy="1466433"/>
        </a:xfrm>
        <a:prstGeom prst="rect">
          <a:avLst/>
        </a:prstGeom>
        <a:solidFill>
          <a:schemeClr val="accent5">
            <a:hueOff val="237653"/>
            <a:satOff val="865"/>
            <a:lumOff val="-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Ambient Temperature: </a:t>
          </a:r>
          <a:r>
            <a:rPr lang="en-US" sz="1700" kern="1200"/>
            <a:t>Measures the external temperature impacting the greenhouse.</a:t>
          </a:r>
        </a:p>
      </dsp:txBody>
      <dsp:txXfrm>
        <a:off x="2691541" y="300059"/>
        <a:ext cx="2444055" cy="1466433"/>
      </dsp:txXfrm>
    </dsp:sp>
    <dsp:sp modelId="{D0A2B254-BADB-46EE-9598-C559B6010EE4}">
      <dsp:nvSpPr>
        <dsp:cNvPr id="0" name=""/>
        <dsp:cNvSpPr/>
      </dsp:nvSpPr>
      <dsp:spPr>
        <a:xfrm>
          <a:off x="5380002" y="300059"/>
          <a:ext cx="2444055" cy="1466433"/>
        </a:xfrm>
        <a:prstGeom prst="rect">
          <a:avLst/>
        </a:prstGeom>
        <a:solidFill>
          <a:schemeClr val="accent5">
            <a:hueOff val="475306"/>
            <a:satOff val="1731"/>
            <a:lumOff val="-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Sunlight Intensity: </a:t>
          </a:r>
          <a:r>
            <a:rPr lang="en-US" sz="1700" kern="1200"/>
            <a:t>Assesses the level of sunlight affecting internal climate.</a:t>
          </a:r>
        </a:p>
      </dsp:txBody>
      <dsp:txXfrm>
        <a:off x="5380002" y="300059"/>
        <a:ext cx="2444055" cy="1466433"/>
      </dsp:txXfrm>
    </dsp:sp>
    <dsp:sp modelId="{6FE21F76-B5DE-46BB-9E0A-A529E010BBDE}">
      <dsp:nvSpPr>
        <dsp:cNvPr id="0" name=""/>
        <dsp:cNvSpPr/>
      </dsp:nvSpPr>
      <dsp:spPr>
        <a:xfrm>
          <a:off x="8068463" y="300059"/>
          <a:ext cx="2444055" cy="1466433"/>
        </a:xfrm>
        <a:prstGeom prst="rect">
          <a:avLst/>
        </a:prstGeom>
        <a:solidFill>
          <a:schemeClr val="accent5">
            <a:hueOff val="712959"/>
            <a:satOff val="2596"/>
            <a:lumOff val="-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Ambient Humidity: </a:t>
          </a:r>
          <a:r>
            <a:rPr lang="en-US" sz="1700" kern="1200"/>
            <a:t>Gauges the moisture level in the air inside the greenhouse.</a:t>
          </a:r>
        </a:p>
      </dsp:txBody>
      <dsp:txXfrm>
        <a:off x="8068463" y="300059"/>
        <a:ext cx="2444055" cy="1466433"/>
      </dsp:txXfrm>
    </dsp:sp>
    <dsp:sp modelId="{B163E749-28B0-40B6-9B1E-82406BA39EB2}">
      <dsp:nvSpPr>
        <dsp:cNvPr id="0" name=""/>
        <dsp:cNvSpPr/>
      </dsp:nvSpPr>
      <dsp:spPr>
        <a:xfrm>
          <a:off x="1347311" y="2010898"/>
          <a:ext cx="2444055" cy="1466433"/>
        </a:xfrm>
        <a:prstGeom prst="rect">
          <a:avLst/>
        </a:prstGeom>
        <a:solidFill>
          <a:schemeClr val="accent5">
            <a:hueOff val="950613"/>
            <a:satOff val="3462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Outputs:</a:t>
          </a:r>
          <a:endParaRPr lang="en-US" sz="1700" kern="1200"/>
        </a:p>
      </dsp:txBody>
      <dsp:txXfrm>
        <a:off x="1347311" y="2010898"/>
        <a:ext cx="2444055" cy="1466433"/>
      </dsp:txXfrm>
    </dsp:sp>
    <dsp:sp modelId="{252A91B8-F750-466C-85A7-249EED90F052}">
      <dsp:nvSpPr>
        <dsp:cNvPr id="0" name=""/>
        <dsp:cNvSpPr/>
      </dsp:nvSpPr>
      <dsp:spPr>
        <a:xfrm>
          <a:off x="4035772" y="2010898"/>
          <a:ext cx="2444055" cy="1466433"/>
        </a:xfrm>
        <a:prstGeom prst="rect">
          <a:avLst/>
        </a:prstGeom>
        <a:solidFill>
          <a:schemeClr val="accent5">
            <a:hueOff val="1188266"/>
            <a:satOff val="432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u="sng" kern="1200"/>
            <a:t>Heater Control: </a:t>
          </a:r>
          <a:r>
            <a:rPr lang="en-US" sz="1700" b="0" i="0" kern="1200"/>
            <a:t>Adjusts the heater to maintain optimal temperature.</a:t>
          </a:r>
          <a:endParaRPr lang="en-US" sz="1700" kern="1200"/>
        </a:p>
      </dsp:txBody>
      <dsp:txXfrm>
        <a:off x="4035772" y="2010898"/>
        <a:ext cx="2444055" cy="1466433"/>
      </dsp:txXfrm>
    </dsp:sp>
    <dsp:sp modelId="{C514D467-8DC7-4E94-8D56-E3BBE5BADC84}">
      <dsp:nvSpPr>
        <dsp:cNvPr id="0" name=""/>
        <dsp:cNvSpPr/>
      </dsp:nvSpPr>
      <dsp:spPr>
        <a:xfrm>
          <a:off x="6724233" y="2010898"/>
          <a:ext cx="2444055" cy="1466433"/>
        </a:xfrm>
        <a:prstGeom prst="rect">
          <a:avLst/>
        </a:prstGeom>
        <a:solidFill>
          <a:schemeClr val="accent5">
            <a:hueOff val="1425919"/>
            <a:satOff val="5193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u="sng" kern="1200"/>
            <a:t>Humidifier Control: </a:t>
          </a:r>
          <a:r>
            <a:rPr lang="en-US" sz="1700" b="0" i="0" kern="1200"/>
            <a:t>Modulates the humidifier to keep humidity at desired levels.</a:t>
          </a:r>
          <a:endParaRPr lang="en-US" sz="1700" kern="1200"/>
        </a:p>
      </dsp:txBody>
      <dsp:txXfrm>
        <a:off x="6724233" y="2010898"/>
        <a:ext cx="2444055" cy="1466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7E06E-271E-453C-B64D-659A1968047E}">
      <dsp:nvSpPr>
        <dsp:cNvPr id="0" name=""/>
        <dsp:cNvSpPr/>
      </dsp:nvSpPr>
      <dsp:spPr>
        <a:xfrm>
          <a:off x="1925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cold</a:t>
          </a:r>
          <a:r>
            <a:rPr lang="en-PK" sz="1400" b="0" i="0" kern="1200" baseline="0"/>
            <a:t> and the sunlight intensity is </a:t>
          </a:r>
          <a:r>
            <a:rPr lang="en-PK" sz="1400" b="1" i="0" kern="1200" baseline="0"/>
            <a:t>low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34333" y="213758"/>
        <a:ext cx="2148183" cy="1041683"/>
      </dsp:txXfrm>
    </dsp:sp>
    <dsp:sp modelId="{6828D010-D600-4D7B-B764-BB8D5E0A30B1}">
      <dsp:nvSpPr>
        <dsp:cNvPr id="0" name=""/>
        <dsp:cNvSpPr/>
      </dsp:nvSpPr>
      <dsp:spPr>
        <a:xfrm>
          <a:off x="223225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8BD5CB-6E52-40B3-BA2F-6735A05D1279}">
      <dsp:nvSpPr>
        <dsp:cNvPr id="0" name=""/>
        <dsp:cNvSpPr/>
      </dsp:nvSpPr>
      <dsp:spPr>
        <a:xfrm>
          <a:off x="444525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High </a:t>
          </a:r>
          <a:endParaRPr lang="en-US" sz="2300" kern="1200"/>
        </a:p>
      </dsp:txBody>
      <dsp:txXfrm>
        <a:off x="476933" y="1596883"/>
        <a:ext cx="1705583" cy="1041683"/>
      </dsp:txXfrm>
    </dsp:sp>
    <dsp:sp modelId="{D83AEC13-5933-4191-AA55-2B3304BE439A}">
      <dsp:nvSpPr>
        <dsp:cNvPr id="0" name=""/>
        <dsp:cNvSpPr/>
      </dsp:nvSpPr>
      <dsp:spPr>
        <a:xfrm>
          <a:off x="223225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A3CDB8-F301-4A49-9C14-687A04D86437}">
      <dsp:nvSpPr>
        <dsp:cNvPr id="0" name=""/>
        <dsp:cNvSpPr/>
      </dsp:nvSpPr>
      <dsp:spPr>
        <a:xfrm>
          <a:off x="444525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Medium </a:t>
          </a:r>
          <a:endParaRPr lang="en-US" sz="2300" kern="1200"/>
        </a:p>
      </dsp:txBody>
      <dsp:txXfrm>
        <a:off x="476933" y="2980007"/>
        <a:ext cx="1705583" cy="1041683"/>
      </dsp:txXfrm>
    </dsp:sp>
    <dsp:sp modelId="{40548CC5-4967-48B5-83E2-BE9F872D14DC}">
      <dsp:nvSpPr>
        <dsp:cNvPr id="0" name=""/>
        <dsp:cNvSpPr/>
      </dsp:nvSpPr>
      <dsp:spPr>
        <a:xfrm>
          <a:off x="2768175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moderate</a:t>
          </a:r>
          <a:r>
            <a:rPr lang="en-PK" sz="1400" b="0" i="0" kern="1200" baseline="0"/>
            <a:t> and the humidity level is </a:t>
          </a:r>
          <a:r>
            <a:rPr lang="en-PK" sz="1400" b="1" i="0" kern="1200" baseline="0"/>
            <a:t>comfortable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2800583" y="213758"/>
        <a:ext cx="2148183" cy="1041683"/>
      </dsp:txXfrm>
    </dsp:sp>
    <dsp:sp modelId="{8E299672-69E4-40DE-AE95-EB7C9777ED07}">
      <dsp:nvSpPr>
        <dsp:cNvPr id="0" name=""/>
        <dsp:cNvSpPr/>
      </dsp:nvSpPr>
      <dsp:spPr>
        <a:xfrm>
          <a:off x="2989475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0A9E0-686B-4205-A5FE-66C79A833F4F}">
      <dsp:nvSpPr>
        <dsp:cNvPr id="0" name=""/>
        <dsp:cNvSpPr/>
      </dsp:nvSpPr>
      <dsp:spPr>
        <a:xfrm>
          <a:off x="3210775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Low </a:t>
          </a:r>
          <a:endParaRPr lang="en-US" sz="2300" kern="1200"/>
        </a:p>
      </dsp:txBody>
      <dsp:txXfrm>
        <a:off x="3243183" y="1596883"/>
        <a:ext cx="1705583" cy="1041683"/>
      </dsp:txXfrm>
    </dsp:sp>
    <dsp:sp modelId="{717F7C53-383A-47BD-BE98-ACAC6B1384B5}">
      <dsp:nvSpPr>
        <dsp:cNvPr id="0" name=""/>
        <dsp:cNvSpPr/>
      </dsp:nvSpPr>
      <dsp:spPr>
        <a:xfrm>
          <a:off x="2989475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22897-734C-47A4-B13B-65B089A9A7B7}">
      <dsp:nvSpPr>
        <dsp:cNvPr id="0" name=""/>
        <dsp:cNvSpPr/>
      </dsp:nvSpPr>
      <dsp:spPr>
        <a:xfrm>
          <a:off x="3210775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Low </a:t>
          </a:r>
          <a:endParaRPr lang="en-US" sz="2300" kern="1200"/>
        </a:p>
      </dsp:txBody>
      <dsp:txXfrm>
        <a:off x="3243183" y="2980007"/>
        <a:ext cx="1705583" cy="1041683"/>
      </dsp:txXfrm>
    </dsp:sp>
    <dsp:sp modelId="{22F0185D-8A5F-4D1F-8C1C-03004F241F33}">
      <dsp:nvSpPr>
        <dsp:cNvPr id="0" name=""/>
        <dsp:cNvSpPr/>
      </dsp:nvSpPr>
      <dsp:spPr>
        <a:xfrm>
          <a:off x="5534424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hot</a:t>
          </a:r>
          <a:r>
            <a:rPr lang="en-PK" sz="1400" b="0" i="0" kern="1200" baseline="0"/>
            <a:t> and the humidity level is </a:t>
          </a:r>
          <a:r>
            <a:rPr lang="en-PK" sz="1400" b="1" i="0" kern="1200" baseline="0"/>
            <a:t>humid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5566832" y="213758"/>
        <a:ext cx="2148183" cy="1041683"/>
      </dsp:txXfrm>
    </dsp:sp>
    <dsp:sp modelId="{57A054C6-4577-40BC-8F4D-AF2A1FF3FD90}">
      <dsp:nvSpPr>
        <dsp:cNvPr id="0" name=""/>
        <dsp:cNvSpPr/>
      </dsp:nvSpPr>
      <dsp:spPr>
        <a:xfrm>
          <a:off x="5755724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16B72-5090-4C1F-8235-6F899E328E3C}">
      <dsp:nvSpPr>
        <dsp:cNvPr id="0" name=""/>
        <dsp:cNvSpPr/>
      </dsp:nvSpPr>
      <dsp:spPr>
        <a:xfrm>
          <a:off x="5977024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Low </a:t>
          </a:r>
          <a:endParaRPr lang="en-US" sz="2300" kern="1200"/>
        </a:p>
      </dsp:txBody>
      <dsp:txXfrm>
        <a:off x="6009432" y="1596883"/>
        <a:ext cx="1705583" cy="1041683"/>
      </dsp:txXfrm>
    </dsp:sp>
    <dsp:sp modelId="{1B959AB7-1ADC-426C-B72D-9B09A793E3F0}">
      <dsp:nvSpPr>
        <dsp:cNvPr id="0" name=""/>
        <dsp:cNvSpPr/>
      </dsp:nvSpPr>
      <dsp:spPr>
        <a:xfrm>
          <a:off x="5755724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94328D-D918-4ED8-839D-6479FB841913}">
      <dsp:nvSpPr>
        <dsp:cNvPr id="0" name=""/>
        <dsp:cNvSpPr/>
      </dsp:nvSpPr>
      <dsp:spPr>
        <a:xfrm>
          <a:off x="5977024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High </a:t>
          </a:r>
          <a:endParaRPr lang="en-US" sz="2300" kern="1200"/>
        </a:p>
      </dsp:txBody>
      <dsp:txXfrm>
        <a:off x="6009432" y="2980007"/>
        <a:ext cx="1705583" cy="1041683"/>
      </dsp:txXfrm>
    </dsp:sp>
    <dsp:sp modelId="{6DB2E0BE-B0DC-4A8B-8FC9-9346B89AD541}">
      <dsp:nvSpPr>
        <dsp:cNvPr id="0" name=""/>
        <dsp:cNvSpPr/>
      </dsp:nvSpPr>
      <dsp:spPr>
        <a:xfrm>
          <a:off x="8300674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cold</a:t>
          </a:r>
          <a:r>
            <a:rPr lang="en-PK" sz="1400" b="0" i="0" kern="1200" baseline="0"/>
            <a:t> and the humidity level is </a:t>
          </a:r>
          <a:r>
            <a:rPr lang="en-PK" sz="1400" b="1" i="0" kern="1200" baseline="0"/>
            <a:t>dry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8333082" y="213758"/>
        <a:ext cx="2148183" cy="1041683"/>
      </dsp:txXfrm>
    </dsp:sp>
    <dsp:sp modelId="{785454A4-F410-49D5-8CAB-A9FA309BC07C}">
      <dsp:nvSpPr>
        <dsp:cNvPr id="0" name=""/>
        <dsp:cNvSpPr/>
      </dsp:nvSpPr>
      <dsp:spPr>
        <a:xfrm>
          <a:off x="8521974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68DAB-9621-4A4C-8FAC-70CF500A3DA2}">
      <dsp:nvSpPr>
        <dsp:cNvPr id="0" name=""/>
        <dsp:cNvSpPr/>
      </dsp:nvSpPr>
      <dsp:spPr>
        <a:xfrm>
          <a:off x="8743274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High </a:t>
          </a:r>
          <a:endParaRPr lang="en-US" sz="2300" kern="1200"/>
        </a:p>
      </dsp:txBody>
      <dsp:txXfrm>
        <a:off x="8775682" y="1596883"/>
        <a:ext cx="1705583" cy="1041683"/>
      </dsp:txXfrm>
    </dsp:sp>
    <dsp:sp modelId="{C6F1CC71-9EB5-46B6-B0B0-8AD0579506CD}">
      <dsp:nvSpPr>
        <dsp:cNvPr id="0" name=""/>
        <dsp:cNvSpPr/>
      </dsp:nvSpPr>
      <dsp:spPr>
        <a:xfrm>
          <a:off x="8521974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CA05F-8AA2-4415-A3F7-6FDA5F871253}">
      <dsp:nvSpPr>
        <dsp:cNvPr id="0" name=""/>
        <dsp:cNvSpPr/>
      </dsp:nvSpPr>
      <dsp:spPr>
        <a:xfrm>
          <a:off x="8743274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High </a:t>
          </a:r>
          <a:endParaRPr lang="en-US" sz="2300" kern="1200"/>
        </a:p>
      </dsp:txBody>
      <dsp:txXfrm>
        <a:off x="8775682" y="2980007"/>
        <a:ext cx="1705583" cy="10416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080DA-589D-4A4C-9043-EA2AB920D73F}">
      <dsp:nvSpPr>
        <dsp:cNvPr id="0" name=""/>
        <dsp:cNvSpPr/>
      </dsp:nvSpPr>
      <dsp:spPr>
        <a:xfrm>
          <a:off x="1925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hot</a:t>
          </a:r>
          <a:r>
            <a:rPr lang="en-PK" sz="1400" b="0" i="0" kern="1200" baseline="0"/>
            <a:t> and the sunlight intensity is </a:t>
          </a:r>
          <a:r>
            <a:rPr lang="en-PK" sz="1400" b="1" i="0" kern="1200" baseline="0"/>
            <a:t>high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34333" y="213758"/>
        <a:ext cx="2148183" cy="1041683"/>
      </dsp:txXfrm>
    </dsp:sp>
    <dsp:sp modelId="{21D40975-6FAB-40BD-A451-45D22BBABF96}">
      <dsp:nvSpPr>
        <dsp:cNvPr id="0" name=""/>
        <dsp:cNvSpPr/>
      </dsp:nvSpPr>
      <dsp:spPr>
        <a:xfrm>
          <a:off x="223225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96D30A-DF20-44F3-A05A-35BE4B5C4B59}">
      <dsp:nvSpPr>
        <dsp:cNvPr id="0" name=""/>
        <dsp:cNvSpPr/>
      </dsp:nvSpPr>
      <dsp:spPr>
        <a:xfrm>
          <a:off x="444525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Low </a:t>
          </a:r>
          <a:endParaRPr lang="en-US" sz="2300" kern="1200"/>
        </a:p>
      </dsp:txBody>
      <dsp:txXfrm>
        <a:off x="476933" y="1596883"/>
        <a:ext cx="1705583" cy="1041683"/>
      </dsp:txXfrm>
    </dsp:sp>
    <dsp:sp modelId="{29E6DF36-DFDE-4265-AE52-2C54D52FADAA}">
      <dsp:nvSpPr>
        <dsp:cNvPr id="0" name=""/>
        <dsp:cNvSpPr/>
      </dsp:nvSpPr>
      <dsp:spPr>
        <a:xfrm>
          <a:off x="223225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8AD5D9-6B88-4A01-A1EB-972122D69864}">
      <dsp:nvSpPr>
        <dsp:cNvPr id="0" name=""/>
        <dsp:cNvSpPr/>
      </dsp:nvSpPr>
      <dsp:spPr>
        <a:xfrm>
          <a:off x="444525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Low </a:t>
          </a:r>
          <a:endParaRPr lang="en-US" sz="2300" kern="1200"/>
        </a:p>
      </dsp:txBody>
      <dsp:txXfrm>
        <a:off x="476933" y="2980007"/>
        <a:ext cx="1705583" cy="1041683"/>
      </dsp:txXfrm>
    </dsp:sp>
    <dsp:sp modelId="{3F2E8893-7188-4C23-9796-6ED9B542EF65}">
      <dsp:nvSpPr>
        <dsp:cNvPr id="0" name=""/>
        <dsp:cNvSpPr/>
      </dsp:nvSpPr>
      <dsp:spPr>
        <a:xfrm>
          <a:off x="2768175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moderate</a:t>
          </a:r>
          <a:r>
            <a:rPr lang="en-PK" sz="1400" b="0" i="0" kern="1200" baseline="0"/>
            <a:t> and the sunlight intensity is </a:t>
          </a:r>
          <a:r>
            <a:rPr lang="en-PK" sz="1400" b="1" i="0" kern="1200" baseline="0"/>
            <a:t>low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2800583" y="213758"/>
        <a:ext cx="2148183" cy="1041683"/>
      </dsp:txXfrm>
    </dsp:sp>
    <dsp:sp modelId="{9A28F3B0-ABD2-448B-87D5-B00F3942C4F6}">
      <dsp:nvSpPr>
        <dsp:cNvPr id="0" name=""/>
        <dsp:cNvSpPr/>
      </dsp:nvSpPr>
      <dsp:spPr>
        <a:xfrm>
          <a:off x="2989475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B00A0-7EF7-42C0-A6D9-6F48D55AAEB5}">
      <dsp:nvSpPr>
        <dsp:cNvPr id="0" name=""/>
        <dsp:cNvSpPr/>
      </dsp:nvSpPr>
      <dsp:spPr>
        <a:xfrm>
          <a:off x="3210775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Medium </a:t>
          </a:r>
          <a:endParaRPr lang="en-US" sz="2300" kern="1200"/>
        </a:p>
      </dsp:txBody>
      <dsp:txXfrm>
        <a:off x="3243183" y="1596883"/>
        <a:ext cx="1705583" cy="1041683"/>
      </dsp:txXfrm>
    </dsp:sp>
    <dsp:sp modelId="{69AD1CB1-F5D8-4F00-A727-534CFE1A5041}">
      <dsp:nvSpPr>
        <dsp:cNvPr id="0" name=""/>
        <dsp:cNvSpPr/>
      </dsp:nvSpPr>
      <dsp:spPr>
        <a:xfrm>
          <a:off x="2989475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2FC3A1-402A-4E0F-9F1A-0A41485E1559}">
      <dsp:nvSpPr>
        <dsp:cNvPr id="0" name=""/>
        <dsp:cNvSpPr/>
      </dsp:nvSpPr>
      <dsp:spPr>
        <a:xfrm>
          <a:off x="3210775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High </a:t>
          </a:r>
          <a:endParaRPr lang="en-US" sz="2300" kern="1200"/>
        </a:p>
      </dsp:txBody>
      <dsp:txXfrm>
        <a:off x="3243183" y="2980007"/>
        <a:ext cx="1705583" cy="1041683"/>
      </dsp:txXfrm>
    </dsp:sp>
    <dsp:sp modelId="{B1281036-9A44-4282-9341-B52DF55EA639}">
      <dsp:nvSpPr>
        <dsp:cNvPr id="0" name=""/>
        <dsp:cNvSpPr/>
      </dsp:nvSpPr>
      <dsp:spPr>
        <a:xfrm>
          <a:off x="5534424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moderate</a:t>
          </a:r>
          <a:r>
            <a:rPr lang="en-PK" sz="1400" b="0" i="0" kern="1200" baseline="0"/>
            <a:t> and the sunlight intensity is </a:t>
          </a:r>
          <a:r>
            <a:rPr lang="en-PK" sz="1400" b="1" i="0" kern="1200" baseline="0"/>
            <a:t>high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5566832" y="213758"/>
        <a:ext cx="2148183" cy="1041683"/>
      </dsp:txXfrm>
    </dsp:sp>
    <dsp:sp modelId="{27BFAC4C-F2C6-4FF1-BE77-661A0F49E7A1}">
      <dsp:nvSpPr>
        <dsp:cNvPr id="0" name=""/>
        <dsp:cNvSpPr/>
      </dsp:nvSpPr>
      <dsp:spPr>
        <a:xfrm>
          <a:off x="5755724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F2937-7A7C-4FC0-A7B9-1F2750D71877}">
      <dsp:nvSpPr>
        <dsp:cNvPr id="0" name=""/>
        <dsp:cNvSpPr/>
      </dsp:nvSpPr>
      <dsp:spPr>
        <a:xfrm>
          <a:off x="5977024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Low </a:t>
          </a:r>
          <a:endParaRPr lang="en-US" sz="2300" kern="1200"/>
        </a:p>
      </dsp:txBody>
      <dsp:txXfrm>
        <a:off x="6009432" y="1596883"/>
        <a:ext cx="1705583" cy="1041683"/>
      </dsp:txXfrm>
    </dsp:sp>
    <dsp:sp modelId="{6D3A0BCE-4A40-4FEF-8613-FD0D9B5444B3}">
      <dsp:nvSpPr>
        <dsp:cNvPr id="0" name=""/>
        <dsp:cNvSpPr/>
      </dsp:nvSpPr>
      <dsp:spPr>
        <a:xfrm>
          <a:off x="5755724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52E281-CD9E-4328-93A0-FF3875842124}">
      <dsp:nvSpPr>
        <dsp:cNvPr id="0" name=""/>
        <dsp:cNvSpPr/>
      </dsp:nvSpPr>
      <dsp:spPr>
        <a:xfrm>
          <a:off x="5977024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Medium </a:t>
          </a:r>
          <a:endParaRPr lang="en-US" sz="2300" kern="1200"/>
        </a:p>
      </dsp:txBody>
      <dsp:txXfrm>
        <a:off x="6009432" y="2980007"/>
        <a:ext cx="1705583" cy="1041683"/>
      </dsp:txXfrm>
    </dsp:sp>
    <dsp:sp modelId="{1D7C493A-981C-4218-AB0E-32E27727128C}">
      <dsp:nvSpPr>
        <dsp:cNvPr id="0" name=""/>
        <dsp:cNvSpPr/>
      </dsp:nvSpPr>
      <dsp:spPr>
        <a:xfrm>
          <a:off x="8300674" y="181350"/>
          <a:ext cx="2212999" cy="11064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1400" b="1" i="0" kern="1200" baseline="0"/>
            <a:t>If</a:t>
          </a:r>
          <a:r>
            <a:rPr lang="en-PK" sz="1400" b="0" i="0" kern="1200" baseline="0"/>
            <a:t> the ambient temperature is </a:t>
          </a:r>
          <a:r>
            <a:rPr lang="en-PK" sz="1400" b="1" i="0" kern="1200" baseline="0"/>
            <a:t>cold</a:t>
          </a:r>
          <a:r>
            <a:rPr lang="en-PK" sz="1400" b="0" i="0" kern="1200" baseline="0"/>
            <a:t> and the sunlight intensity is </a:t>
          </a:r>
          <a:r>
            <a:rPr lang="en-PK" sz="1400" b="1" i="0" kern="1200" baseline="0"/>
            <a:t>high</a:t>
          </a:r>
          <a:r>
            <a:rPr lang="en-PK" sz="1400" b="0" i="0" kern="1200" baseline="0"/>
            <a:t>, </a:t>
          </a:r>
          <a:r>
            <a:rPr lang="en-PK" sz="1400" b="1" i="0" kern="1200" baseline="0"/>
            <a:t>then</a:t>
          </a:r>
          <a:r>
            <a:rPr lang="en-PK" sz="1400" b="0" i="0" kern="1200" baseline="0"/>
            <a:t>:</a:t>
          </a:r>
          <a:endParaRPr lang="en-US" sz="1400" kern="1200"/>
        </a:p>
      </dsp:txBody>
      <dsp:txXfrm>
        <a:off x="8333082" y="213758"/>
        <a:ext cx="2148183" cy="1041683"/>
      </dsp:txXfrm>
    </dsp:sp>
    <dsp:sp modelId="{F40DEBA0-2557-4276-A23B-DF7E363D7CFD}">
      <dsp:nvSpPr>
        <dsp:cNvPr id="0" name=""/>
        <dsp:cNvSpPr/>
      </dsp:nvSpPr>
      <dsp:spPr>
        <a:xfrm>
          <a:off x="8521974" y="1287850"/>
          <a:ext cx="221299" cy="8298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874"/>
              </a:lnTo>
              <a:lnTo>
                <a:pt x="221299" y="829874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659E9-CDBD-4218-AB3C-1A2B8F0EFD8A}">
      <dsp:nvSpPr>
        <dsp:cNvPr id="0" name=""/>
        <dsp:cNvSpPr/>
      </dsp:nvSpPr>
      <dsp:spPr>
        <a:xfrm>
          <a:off x="8743274" y="1564475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Heater Control: Medium </a:t>
          </a:r>
          <a:endParaRPr lang="en-US" sz="2300" kern="1200"/>
        </a:p>
      </dsp:txBody>
      <dsp:txXfrm>
        <a:off x="8775682" y="1596883"/>
        <a:ext cx="1705583" cy="1041683"/>
      </dsp:txXfrm>
    </dsp:sp>
    <dsp:sp modelId="{14C9ABB8-F578-46B5-B7A0-CAF189B30EA0}">
      <dsp:nvSpPr>
        <dsp:cNvPr id="0" name=""/>
        <dsp:cNvSpPr/>
      </dsp:nvSpPr>
      <dsp:spPr>
        <a:xfrm>
          <a:off x="8521974" y="1287850"/>
          <a:ext cx="221299" cy="2212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2999"/>
              </a:lnTo>
              <a:lnTo>
                <a:pt x="221299" y="2212999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D1BF3-311B-4D93-BB55-DCD5AFAC9283}">
      <dsp:nvSpPr>
        <dsp:cNvPr id="0" name=""/>
        <dsp:cNvSpPr/>
      </dsp:nvSpPr>
      <dsp:spPr>
        <a:xfrm>
          <a:off x="8743274" y="2947599"/>
          <a:ext cx="1770399" cy="11064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300" b="0" i="0" kern="1200" baseline="0"/>
            <a:t>Humidifier Control: Low </a:t>
          </a:r>
          <a:endParaRPr lang="en-US" sz="2300" kern="1200"/>
        </a:p>
      </dsp:txBody>
      <dsp:txXfrm>
        <a:off x="8775682" y="2980007"/>
        <a:ext cx="1705583" cy="104168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E973F-8922-4144-BB10-73E557ABE926}">
      <dsp:nvSpPr>
        <dsp:cNvPr id="0" name=""/>
        <dsp:cNvSpPr/>
      </dsp:nvSpPr>
      <dsp:spPr>
        <a:xfrm>
          <a:off x="51" y="287504"/>
          <a:ext cx="4913783" cy="19310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000" b="1" i="0" kern="1200" baseline="0"/>
            <a:t>If</a:t>
          </a:r>
          <a:r>
            <a:rPr lang="en-PK" sz="3000" b="0" i="0" kern="1200" baseline="0"/>
            <a:t> the ambient temperature is </a:t>
          </a:r>
          <a:r>
            <a:rPr lang="en-PK" sz="3000" b="1" i="0" kern="1200" baseline="0"/>
            <a:t>hot</a:t>
          </a:r>
          <a:r>
            <a:rPr lang="en-PK" sz="3000" b="0" i="0" kern="1200" baseline="0"/>
            <a:t> and the sunlight intensity is </a:t>
          </a:r>
          <a:r>
            <a:rPr lang="en-PK" sz="3000" b="1" i="0" kern="1200" baseline="0"/>
            <a:t>low</a:t>
          </a:r>
          <a:r>
            <a:rPr lang="en-PK" sz="3000" b="0" i="0" kern="1200" baseline="0"/>
            <a:t>, </a:t>
          </a:r>
          <a:r>
            <a:rPr lang="en-PK" sz="3000" b="1" i="0" kern="1200" baseline="0"/>
            <a:t>then</a:t>
          </a:r>
          <a:r>
            <a:rPr lang="en-PK" sz="3000" b="0" i="0" kern="1200" baseline="0"/>
            <a:t>:</a:t>
          </a:r>
          <a:endParaRPr lang="en-US" sz="3000" kern="1200"/>
        </a:p>
      </dsp:txBody>
      <dsp:txXfrm>
        <a:off x="51" y="287504"/>
        <a:ext cx="4913783" cy="1931091"/>
      </dsp:txXfrm>
    </dsp:sp>
    <dsp:sp modelId="{DCCED191-F091-4CB9-B6D8-733E5AC67942}">
      <dsp:nvSpPr>
        <dsp:cNvPr id="0" name=""/>
        <dsp:cNvSpPr/>
      </dsp:nvSpPr>
      <dsp:spPr>
        <a:xfrm>
          <a:off x="51" y="2218595"/>
          <a:ext cx="4913783" cy="172935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3000" b="0" i="0" kern="1200" baseline="0"/>
            <a:t>Heater Control: Medium 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3000" b="0" i="0" kern="1200" baseline="0"/>
            <a:t>Humidifier Control: High </a:t>
          </a:r>
          <a:endParaRPr lang="en-US" sz="3000" kern="1200"/>
        </a:p>
      </dsp:txBody>
      <dsp:txXfrm>
        <a:off x="51" y="2218595"/>
        <a:ext cx="4913783" cy="1729350"/>
      </dsp:txXfrm>
    </dsp:sp>
    <dsp:sp modelId="{92F83F0B-D4DF-4E73-84FA-67B5EE3DD8F9}">
      <dsp:nvSpPr>
        <dsp:cNvPr id="0" name=""/>
        <dsp:cNvSpPr/>
      </dsp:nvSpPr>
      <dsp:spPr>
        <a:xfrm>
          <a:off x="5601764" y="287504"/>
          <a:ext cx="4913783" cy="1931091"/>
        </a:xfrm>
        <a:prstGeom prst="rect">
          <a:avLst/>
        </a:prstGeom>
        <a:solidFill>
          <a:schemeClr val="accent5">
            <a:hueOff val="1425919"/>
            <a:satOff val="5193"/>
            <a:lumOff val="-1765"/>
            <a:alphaOff val="0"/>
          </a:schemeClr>
        </a:solidFill>
        <a:ln w="12700" cap="flat" cmpd="sng" algn="ctr">
          <a:solidFill>
            <a:schemeClr val="accent5">
              <a:hueOff val="1425919"/>
              <a:satOff val="5193"/>
              <a:lumOff val="-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3000" b="1" i="0" kern="1200" baseline="0"/>
            <a:t>If</a:t>
          </a:r>
          <a:r>
            <a:rPr lang="en-PK" sz="3000" b="0" i="0" kern="1200" baseline="0"/>
            <a:t> the ambient temperature is </a:t>
          </a:r>
          <a:r>
            <a:rPr lang="en-PK" sz="3000" b="1" i="0" kern="1200" baseline="0"/>
            <a:t>moderate</a:t>
          </a:r>
          <a:r>
            <a:rPr lang="en-PK" sz="3000" b="0" i="0" kern="1200" baseline="0"/>
            <a:t> and the humidity level is </a:t>
          </a:r>
          <a:r>
            <a:rPr lang="en-PK" sz="3000" b="1" i="0" kern="1200" baseline="0"/>
            <a:t>dry</a:t>
          </a:r>
          <a:r>
            <a:rPr lang="en-PK" sz="3000" b="0" i="0" kern="1200" baseline="0"/>
            <a:t>, </a:t>
          </a:r>
          <a:r>
            <a:rPr lang="en-PK" sz="3000" b="1" i="0" kern="1200" baseline="0"/>
            <a:t>then</a:t>
          </a:r>
          <a:r>
            <a:rPr lang="en-PK" sz="3000" b="0" i="0" kern="1200" baseline="0"/>
            <a:t>:</a:t>
          </a:r>
          <a:endParaRPr lang="en-US" sz="3000" kern="1200"/>
        </a:p>
      </dsp:txBody>
      <dsp:txXfrm>
        <a:off x="5601764" y="287504"/>
        <a:ext cx="4913783" cy="1931091"/>
      </dsp:txXfrm>
    </dsp:sp>
    <dsp:sp modelId="{5FB4F05E-3447-4C93-922B-1B1DA56B66B6}">
      <dsp:nvSpPr>
        <dsp:cNvPr id="0" name=""/>
        <dsp:cNvSpPr/>
      </dsp:nvSpPr>
      <dsp:spPr>
        <a:xfrm>
          <a:off x="5601764" y="2218595"/>
          <a:ext cx="4913783" cy="1729350"/>
        </a:xfrm>
        <a:prstGeom prst="rect">
          <a:avLst/>
        </a:prstGeom>
        <a:solidFill>
          <a:schemeClr val="accent5">
            <a:tint val="40000"/>
            <a:alpha val="90000"/>
            <a:hueOff val="1229071"/>
            <a:satOff val="3674"/>
            <a:lumOff val="-31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1229071"/>
              <a:satOff val="3674"/>
              <a:lumOff val="-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3000" b="0" i="0" kern="1200" baseline="0"/>
            <a:t>Heater Control: High </a:t>
          </a:r>
          <a:endParaRPr lang="en-US" sz="3000" kern="1200"/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PK" sz="3000" b="0" i="0" kern="1200" baseline="0"/>
            <a:t>Humidifier Control: Medium </a:t>
          </a:r>
          <a:endParaRPr lang="en-US" sz="3000" kern="1200"/>
        </a:p>
      </dsp:txBody>
      <dsp:txXfrm>
        <a:off x="5601764" y="2218595"/>
        <a:ext cx="4913783" cy="17293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BBD6AC-DECA-4104-ABE0-FADD6FF08ECB}">
      <dsp:nvSpPr>
        <dsp:cNvPr id="0" name=""/>
        <dsp:cNvSpPr/>
      </dsp:nvSpPr>
      <dsp:spPr>
        <a:xfrm>
          <a:off x="1283" y="386833"/>
          <a:ext cx="5006206" cy="300372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Mamdani inference method is used.</a:t>
          </a:r>
          <a:endParaRPr lang="en-US" sz="4500" kern="1200"/>
        </a:p>
      </dsp:txBody>
      <dsp:txXfrm>
        <a:off x="1283" y="386833"/>
        <a:ext cx="5006206" cy="3003723"/>
      </dsp:txXfrm>
    </dsp:sp>
    <dsp:sp modelId="{4905F9E7-5E46-4133-B392-5EA1A60E9D85}">
      <dsp:nvSpPr>
        <dsp:cNvPr id="0" name=""/>
        <dsp:cNvSpPr/>
      </dsp:nvSpPr>
      <dsp:spPr>
        <a:xfrm>
          <a:off x="5508110" y="386833"/>
          <a:ext cx="5006206" cy="3003723"/>
        </a:xfrm>
        <a:prstGeom prst="rect">
          <a:avLst/>
        </a:prstGeom>
        <a:solidFill>
          <a:schemeClr val="accent5">
            <a:hueOff val="1425919"/>
            <a:satOff val="5193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/>
            <a:t>It applies fuzzy rules to the inputs to generate outputs.</a:t>
          </a:r>
          <a:endParaRPr lang="en-US" sz="4500" kern="1200"/>
        </a:p>
      </dsp:txBody>
      <dsp:txXfrm>
        <a:off x="5508110" y="386833"/>
        <a:ext cx="5006206" cy="30037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14DD3-076C-4D89-BDDF-7EEFA3675277}">
      <dsp:nvSpPr>
        <dsp:cNvPr id="0" name=""/>
        <dsp:cNvSpPr/>
      </dsp:nvSpPr>
      <dsp:spPr>
        <a:xfrm>
          <a:off x="0" y="47579"/>
          <a:ext cx="5762564" cy="2597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/>
            <a:t>Defuzzification is the process of converting fuzzy outputs to crisp values.</a:t>
          </a:r>
          <a:endParaRPr lang="en-US" sz="3700" kern="1200"/>
        </a:p>
      </dsp:txBody>
      <dsp:txXfrm>
        <a:off x="126795" y="174374"/>
        <a:ext cx="5508974" cy="2343810"/>
      </dsp:txXfrm>
    </dsp:sp>
    <dsp:sp modelId="{A73A9CE9-B71A-4DF7-B1C5-BC4284872EFD}">
      <dsp:nvSpPr>
        <dsp:cNvPr id="0" name=""/>
        <dsp:cNvSpPr/>
      </dsp:nvSpPr>
      <dsp:spPr>
        <a:xfrm>
          <a:off x="0" y="2751539"/>
          <a:ext cx="5762564" cy="2597400"/>
        </a:xfrm>
        <a:prstGeom prst="roundRect">
          <a:avLst/>
        </a:prstGeom>
        <a:solidFill>
          <a:schemeClr val="accent2">
            <a:hueOff val="1528474"/>
            <a:satOff val="-11430"/>
            <a:lumOff val="-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0" i="0" kern="1200"/>
            <a:t>The Centroid method is used to achieve this.</a:t>
          </a:r>
          <a:endParaRPr lang="en-US" sz="3700" kern="1200"/>
        </a:p>
      </dsp:txBody>
      <dsp:txXfrm>
        <a:off x="126795" y="2878334"/>
        <a:ext cx="5508974" cy="2343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19D23-06BD-4F80-BC83-892E59A08F93}" type="datetimeFigureOut">
              <a:rPr lang="en-PK" smtClean="0"/>
              <a:t>26/05/2024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1A937-0548-4120-9234-DF998B6D64B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794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1A937-0548-4120-9234-DF998B6D64BD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3648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1A937-0548-4120-9234-DF998B6D64BD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5996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6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4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3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8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06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6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8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5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4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5/26/2024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8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5/26/2024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4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Floating Numbers And Letters On Top Of A Book">
            <a:extLst>
              <a:ext uri="{FF2B5EF4-FFF2-40B4-BE49-F238E27FC236}">
                <a16:creationId xmlns:a16="http://schemas.microsoft.com/office/drawing/2014/main" id="{35D12E2B-9495-8CA8-963F-FB0BB24F8C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-1" b="283"/>
          <a:stretch/>
        </p:blipFill>
        <p:spPr>
          <a:xfrm>
            <a:off x="-406" y="0"/>
            <a:ext cx="12191979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C2A816-955C-4079-AAAB-066EBD44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  <a:alpha val="0"/>
                </a:schemeClr>
              </a:gs>
              <a:gs pos="58000">
                <a:srgbClr val="0E0D12">
                  <a:alpha val="58000"/>
                </a:srgbClr>
              </a:gs>
              <a:gs pos="93000">
                <a:srgbClr val="000000">
                  <a:alpha val="58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F1DA7-6C60-FDB9-1C43-4D21EF949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1150704"/>
            <a:ext cx="5888325" cy="4263775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Fuzzy Control System</a:t>
            </a:r>
            <a:endParaRPr lang="en-PK" sz="8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8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B6363-B86F-40A3-8902-DFA61F46B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129B8-7175-6488-FA6D-1C93018F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444"/>
            <a:ext cx="4030834" cy="5391756"/>
          </a:xfrm>
        </p:spPr>
        <p:txBody>
          <a:bodyPr anchor="t">
            <a:normAutofit/>
          </a:bodyPr>
          <a:lstStyle/>
          <a:p>
            <a:r>
              <a:rPr lang="en-US" dirty="0"/>
              <a:t>Group Members: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19B199-6EB5-A53A-97C1-B9DCE9066E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49942"/>
              </p:ext>
            </p:extLst>
          </p:nvPr>
        </p:nvGraphicFramePr>
        <p:xfrm>
          <a:off x="5591236" y="780444"/>
          <a:ext cx="5762564" cy="5396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766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8F9D89-54B8-41F8-8839-49992D645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7EDB9-E726-BBCB-4975-90CAD322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800"/>
            <a:ext cx="5257800" cy="2275480"/>
          </a:xfrm>
        </p:spPr>
        <p:txBody>
          <a:bodyPr>
            <a:normAutofit/>
          </a:bodyPr>
          <a:lstStyle/>
          <a:p>
            <a:r>
              <a:rPr lang="en-US" dirty="0"/>
              <a:t>Introduction: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F333-A80B-81F3-7FD8-AF2A4D20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319796"/>
            <a:ext cx="5257799" cy="2852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0" i="0" dirty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This report presents the design and implementation of a fuzzy control system for managing a greenhouse environment. The system is designed to maintain optimal temperature and humidity levels, considering fluctuations in ambient temperature, sunlight intensity, and humidity levels.</a:t>
            </a:r>
            <a:endParaRPr 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Thermometer">
            <a:extLst>
              <a:ext uri="{FF2B5EF4-FFF2-40B4-BE49-F238E27FC236}">
                <a16:creationId xmlns:a16="http://schemas.microsoft.com/office/drawing/2014/main" id="{20269AC8-321A-1A47-65C5-9B428EC85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2889" y="965892"/>
            <a:ext cx="4925879" cy="492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4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C13C7-980F-3EF0-B392-8EFBA358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 dirty="0"/>
              <a:t>Complexity and Uncertainty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9B5F02-16C5-3112-DF75-6900C1D8E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757047"/>
              </p:ext>
            </p:extLst>
          </p:nvPr>
        </p:nvGraphicFramePr>
        <p:xfrm>
          <a:off x="838200" y="194151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414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59EBBD-4717-DDCD-514D-E42F496B4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 dirty="0"/>
              <a:t>Fuzzy Logic Solution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C95231-E7B5-2828-78C9-6DF43626C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334811"/>
              </p:ext>
            </p:extLst>
          </p:nvPr>
        </p:nvGraphicFramePr>
        <p:xfrm>
          <a:off x="838200" y="194151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479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61EB98-E0C4-4B95-984A-E7D9DFAD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F9AAA-0563-3EEB-D907-6B6A3F74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1" cy="1795655"/>
          </a:xfrm>
        </p:spPr>
        <p:txBody>
          <a:bodyPr>
            <a:normAutofit/>
          </a:bodyPr>
          <a:lstStyle/>
          <a:p>
            <a:r>
              <a:rPr lang="en-US" dirty="0"/>
              <a:t>Inputs and Outputs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CE609-7598-C5E9-DB9B-22D7798C52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1765241"/>
              </p:ext>
            </p:extLst>
          </p:nvPr>
        </p:nvGraphicFramePr>
        <p:xfrm>
          <a:off x="838200" y="2399571"/>
          <a:ext cx="10515600" cy="3777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44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8BD9B-427D-FB3E-5AF4-AA12E019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644"/>
            <a:ext cx="6319746" cy="1962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600"/>
              <a:t>Membership Functions</a:t>
            </a:r>
          </a:p>
        </p:txBody>
      </p:sp>
      <p:pic>
        <p:nvPicPr>
          <p:cNvPr id="11" name="Content Placeholder 4" descr="A diagram of a light intensity membership function&#10;&#10;Description automatically generated with medium confidence">
            <a:extLst>
              <a:ext uri="{FF2B5EF4-FFF2-40B4-BE49-F238E27FC236}">
                <a16:creationId xmlns:a16="http://schemas.microsoft.com/office/drawing/2014/main" id="{B7C2762E-0626-BA1F-6EC7-8BE08C312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237" y="2917927"/>
            <a:ext cx="4224817" cy="3337606"/>
          </a:xfrm>
          <a:prstGeom prst="rect">
            <a:avLst/>
          </a:prstGeom>
        </p:spPr>
      </p:pic>
      <p:pic>
        <p:nvPicPr>
          <p:cNvPr id="10" name="Picture 9" descr="A graph of temperature&#10;&#10;Description automatically generated">
            <a:extLst>
              <a:ext uri="{FF2B5EF4-FFF2-40B4-BE49-F238E27FC236}">
                <a16:creationId xmlns:a16="http://schemas.microsoft.com/office/drawing/2014/main" id="{AB7C2287-A69A-5026-0BA9-0540172D0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34" y="2917927"/>
            <a:ext cx="4224817" cy="333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5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869131-809F-4714-9B05-385CAF00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a humidifier control&#10;&#10;Description automatically generated">
            <a:extLst>
              <a:ext uri="{FF2B5EF4-FFF2-40B4-BE49-F238E27FC236}">
                <a16:creationId xmlns:a16="http://schemas.microsoft.com/office/drawing/2014/main" id="{FDFA59EE-A89C-19A7-A47E-CFA0013EB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" y="1231468"/>
            <a:ext cx="5555999" cy="4389239"/>
          </a:xfrm>
          <a:prstGeom prst="rect">
            <a:avLst/>
          </a:prstGeom>
        </p:spPr>
      </p:pic>
      <p:pic>
        <p:nvPicPr>
          <p:cNvPr id="15" name="Picture 14" descr="A diagram of a heater control&#10;&#10;Description automatically generated">
            <a:extLst>
              <a:ext uri="{FF2B5EF4-FFF2-40B4-BE49-F238E27FC236}">
                <a16:creationId xmlns:a16="http://schemas.microsoft.com/office/drawing/2014/main" id="{B064B0C7-9C5D-B116-2D66-B4EA5647B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089" y="1348735"/>
            <a:ext cx="5266954" cy="419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434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humidifier control&#10;&#10;Description automatically generated">
            <a:extLst>
              <a:ext uri="{FF2B5EF4-FFF2-40B4-BE49-F238E27FC236}">
                <a16:creationId xmlns:a16="http://schemas.microsoft.com/office/drawing/2014/main" id="{BCC4D3C6-50AB-8847-D56D-CD58F4E89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23" y="1978974"/>
            <a:ext cx="5266954" cy="4160528"/>
          </a:xfrm>
        </p:spPr>
      </p:pic>
    </p:spTree>
    <p:extLst>
      <p:ext uri="{BB962C8B-B14F-4D97-AF65-F5344CB8AC3E}">
        <p14:creationId xmlns:p14="http://schemas.microsoft.com/office/powerpoint/2010/main" val="790949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FB65DF-EEEE-37D0-8301-1C0AE97C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 dirty="0"/>
              <a:t>Fuzzy Rules</a:t>
            </a:r>
            <a:endParaRPr lang="en-PK" dirty="0"/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ED0C8588-60B3-1C35-0FC4-62C8FADF8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4794797"/>
              </p:ext>
            </p:extLst>
          </p:nvPr>
        </p:nvGraphicFramePr>
        <p:xfrm>
          <a:off x="838200" y="194151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2361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E7B38-5651-BC3F-C64E-C21561DB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 dirty="0"/>
              <a:t>Fuzzy Rules</a:t>
            </a:r>
            <a:endParaRPr lang="en-P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562C9C8-0258-88F6-A93C-B8A17F394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96531"/>
              </p:ext>
            </p:extLst>
          </p:nvPr>
        </p:nvGraphicFramePr>
        <p:xfrm>
          <a:off x="838200" y="194151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7615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3E2EEE-5E2B-473D-B932-CC1CB6659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87ED6-4769-0B42-88CA-1EE16F69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668000" cy="1038508"/>
          </a:xfrm>
        </p:spPr>
        <p:txBody>
          <a:bodyPr>
            <a:normAutofit/>
          </a:bodyPr>
          <a:lstStyle/>
          <a:p>
            <a:r>
              <a:rPr lang="en-US" dirty="0"/>
              <a:t>Fuzzy Rules</a:t>
            </a:r>
            <a:endParaRPr lang="en-PK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779E4DC-5E7F-D4C6-642A-07711FA6E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771774"/>
              </p:ext>
            </p:extLst>
          </p:nvPr>
        </p:nvGraphicFramePr>
        <p:xfrm>
          <a:off x="838200" y="1941513"/>
          <a:ext cx="10515600" cy="4235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1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61EB98-E0C4-4B95-984A-E7D9DFAD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59EAE-5FED-14EA-8962-EE296859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1" cy="1795655"/>
          </a:xfrm>
        </p:spPr>
        <p:txBody>
          <a:bodyPr>
            <a:normAutofit/>
          </a:bodyPr>
          <a:lstStyle/>
          <a:p>
            <a:r>
              <a:rPr lang="en-US" dirty="0"/>
              <a:t>Fuzzy Inference Engine</a:t>
            </a:r>
            <a:endParaRPr lang="en-PK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77F455-9C72-6D39-4AC4-99562095F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8941829"/>
              </p:ext>
            </p:extLst>
          </p:nvPr>
        </p:nvGraphicFramePr>
        <p:xfrm>
          <a:off x="838200" y="2399571"/>
          <a:ext cx="10515600" cy="3777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343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B6363-B86F-40A3-8902-DFA61F46B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B7C33-DDC8-9B8E-6485-99464313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444"/>
            <a:ext cx="4030834" cy="5391756"/>
          </a:xfrm>
        </p:spPr>
        <p:txBody>
          <a:bodyPr anchor="t">
            <a:normAutofit/>
          </a:bodyPr>
          <a:lstStyle/>
          <a:p>
            <a:r>
              <a:rPr lang="en-US" sz="4200"/>
              <a:t> Defuzzification</a:t>
            </a:r>
            <a:endParaRPr lang="en-PK" sz="4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536758-A67F-6F74-1412-3CC874342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839224"/>
              </p:ext>
            </p:extLst>
          </p:nvPr>
        </p:nvGraphicFramePr>
        <p:xfrm>
          <a:off x="5591236" y="780444"/>
          <a:ext cx="5762564" cy="5396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28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82E5-4545-3771-175B-7C85C52A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and Results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F47B3-8C85-FB87-3204-7A0F49673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Implementation in Python using the scikit-fuzzy library.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D68538-8F1E-423C-7B55-BFB208FF0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57" y="2771775"/>
            <a:ext cx="5991225" cy="1314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4F085B-BEE0-2B65-A71B-C3927A234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4" y="4197580"/>
            <a:ext cx="5351600" cy="1647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090CFA-4A23-2AC1-00A1-71E77B934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416" y="4304872"/>
            <a:ext cx="6478119" cy="22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27172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AnalogousFromLightSeedRightStep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C49791"/>
      </a:accent1>
      <a:accent2>
        <a:srgbClr val="BA9E7F"/>
      </a:accent2>
      <a:accent3>
        <a:srgbClr val="A7A57F"/>
      </a:accent3>
      <a:accent4>
        <a:srgbClr val="97AB75"/>
      </a:accent4>
      <a:accent5>
        <a:srgbClr val="8CAD83"/>
      </a:accent5>
      <a:accent6>
        <a:srgbClr val="78AF82"/>
      </a:accent6>
      <a:hlink>
        <a:srgbClr val="598C92"/>
      </a:hlink>
      <a:folHlink>
        <a:srgbClr val="7F7F7F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535</Words>
  <Application>Microsoft Office PowerPoint</Application>
  <PresentationFormat>Widescreen</PresentationFormat>
  <Paragraphs>74</Paragraphs>
  <Slides>15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Aharoni</vt:lpstr>
      <vt:lpstr>Aptos</vt:lpstr>
      <vt:lpstr>Arial</vt:lpstr>
      <vt:lpstr>Avenir Next LT Pro</vt:lpstr>
      <vt:lpstr>Times New Roman</vt:lpstr>
      <vt:lpstr>ui-sans-serif</vt:lpstr>
      <vt:lpstr>FadeVTI</vt:lpstr>
      <vt:lpstr>Fuzzy Control System</vt:lpstr>
      <vt:lpstr>Group Members:</vt:lpstr>
      <vt:lpstr>Introduction:</vt:lpstr>
      <vt:lpstr>Complexity and Uncertainty</vt:lpstr>
      <vt:lpstr>Fuzzy Logic Solution</vt:lpstr>
      <vt:lpstr>Inputs and Outputs</vt:lpstr>
      <vt:lpstr>Membership Functions</vt:lpstr>
      <vt:lpstr>PowerPoint Presentation</vt:lpstr>
      <vt:lpstr>PowerPoint Presentation</vt:lpstr>
      <vt:lpstr>Fuzzy Rules</vt:lpstr>
      <vt:lpstr>Fuzzy Rules</vt:lpstr>
      <vt:lpstr>Fuzzy Rules</vt:lpstr>
      <vt:lpstr>Fuzzy Inference Engine</vt:lpstr>
      <vt:lpstr> Defuzzification</vt:lpstr>
      <vt:lpstr>Implementation and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Control System</dc:title>
  <dc:creator>01-136221-021</dc:creator>
  <cp:lastModifiedBy>01-136221-021</cp:lastModifiedBy>
  <cp:revision>2</cp:revision>
  <dcterms:created xsi:type="dcterms:W3CDTF">2024-05-26T15:04:54Z</dcterms:created>
  <dcterms:modified xsi:type="dcterms:W3CDTF">2024-05-26T18:42:25Z</dcterms:modified>
</cp:coreProperties>
</file>